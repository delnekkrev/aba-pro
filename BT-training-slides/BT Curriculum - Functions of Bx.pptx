
<file path=[Content_Types].xml><?xml version="1.0" encoding="utf-8"?>
<Types xmlns="http://schemas.openxmlformats.org/package/2006/content-types">
  <Default Extension="gif" ContentType="image/gif"/>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h0uNDmrXsUCX4/ujJl+RRa7T7XZ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a Rork" userId="f41ebe30-86e3-420b-9a62-e5b18c938324" providerId="ADAL" clId="{0CFCB27E-26EA-4C41-8BEE-276A71FCF496}"/>
    <pc:docChg chg="modSld">
      <pc:chgData name="Emma Rork" userId="f41ebe30-86e3-420b-9a62-e5b18c938324" providerId="ADAL" clId="{0CFCB27E-26EA-4C41-8BEE-276A71FCF496}" dt="2026-03-18T18:01:30.305" v="8" actId="20577"/>
      <pc:docMkLst>
        <pc:docMk/>
      </pc:docMkLst>
      <pc:sldChg chg="modSp mod">
        <pc:chgData name="Emma Rork" userId="f41ebe30-86e3-420b-9a62-e5b18c938324" providerId="ADAL" clId="{0CFCB27E-26EA-4C41-8BEE-276A71FCF496}" dt="2026-03-18T18:01:00.403" v="2" actId="1076"/>
        <pc:sldMkLst>
          <pc:docMk/>
          <pc:sldMk cId="0" sldId="257"/>
        </pc:sldMkLst>
        <pc:spChg chg="mod">
          <ac:chgData name="Emma Rork" userId="f41ebe30-86e3-420b-9a62-e5b18c938324" providerId="ADAL" clId="{0CFCB27E-26EA-4C41-8BEE-276A71FCF496}" dt="2026-03-18T18:01:00.403" v="2" actId="1076"/>
          <ac:spMkLst>
            <pc:docMk/>
            <pc:sldMk cId="0" sldId="257"/>
            <ac:spMk id="99" creationId="{00000000-0000-0000-0000-000000000000}"/>
          </ac:spMkLst>
        </pc:spChg>
      </pc:sldChg>
      <pc:sldChg chg="modSp mod">
        <pc:chgData name="Emma Rork" userId="f41ebe30-86e3-420b-9a62-e5b18c938324" providerId="ADAL" clId="{0CFCB27E-26EA-4C41-8BEE-276A71FCF496}" dt="2026-03-18T18:01:30.305" v="8" actId="20577"/>
        <pc:sldMkLst>
          <pc:docMk/>
          <pc:sldMk cId="0" sldId="258"/>
        </pc:sldMkLst>
        <pc:spChg chg="mod">
          <ac:chgData name="Emma Rork" userId="f41ebe30-86e3-420b-9a62-e5b18c938324" providerId="ADAL" clId="{0CFCB27E-26EA-4C41-8BEE-276A71FCF496}" dt="2026-03-18T18:01:30.305" v="8" actId="20577"/>
          <ac:spMkLst>
            <pc:docMk/>
            <pc:sldMk cId="0" sldId="258"/>
            <ac:spMk id="10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d0ee5a78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g3d0ee5a7814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15"/>
          <p:cNvSpPr/>
          <p:nvPr/>
        </p:nvSpPr>
        <p:spPr>
          <a:xfrm>
            <a:off x="517870" y="6209925"/>
            <a:ext cx="11155680" cy="45719"/>
          </a:xfrm>
          <a:custGeom>
            <a:avLst/>
            <a:gdLst/>
            <a:ahLst/>
            <a:cxnLst/>
            <a:rect l="l" t="t" r="r" b="b"/>
            <a:pathLst>
              <a:path w="8715708" h="45719" extrusionOk="0">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 name="Google Shape;14;p15"/>
          <p:cNvSpPr txBox="1">
            <a:spLocks noGrp="1"/>
          </p:cNvSpPr>
          <p:nvPr>
            <p:ph type="ctrTitle"/>
          </p:nvPr>
        </p:nvSpPr>
        <p:spPr>
          <a:xfrm>
            <a:off x="521208" y="978408"/>
            <a:ext cx="11155680" cy="34290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15"/>
          <p:cNvSpPr txBox="1">
            <a:spLocks noGrp="1"/>
          </p:cNvSpPr>
          <p:nvPr>
            <p:ph type="subTitle" idx="1"/>
          </p:nvPr>
        </p:nvSpPr>
        <p:spPr>
          <a:xfrm>
            <a:off x="521208" y="4480560"/>
            <a:ext cx="7104888" cy="1399032"/>
          </a:xfrm>
          <a:prstGeom prst="rect">
            <a:avLst/>
          </a:prstGeom>
          <a:noFill/>
          <a:ln>
            <a:noFill/>
          </a:ln>
        </p:spPr>
        <p:txBody>
          <a:bodyPr spcFirstLastPara="1" wrap="square" lIns="91425" tIns="45700" rIns="91425" bIns="45700" anchor="b" anchorCtr="0">
            <a:normAutofit/>
          </a:bodyPr>
          <a:lstStyle>
            <a:lvl1pPr lvl="0" algn="l">
              <a:lnSpc>
                <a:spcPct val="110000"/>
              </a:lnSpc>
              <a:spcBef>
                <a:spcPts val="1000"/>
              </a:spcBef>
              <a:spcAft>
                <a:spcPts val="0"/>
              </a:spcAft>
              <a:buClr>
                <a:schemeClr val="dk1"/>
              </a:buClr>
              <a:buSzPts val="2200"/>
              <a:buNone/>
              <a:defRPr sz="2200" i="1"/>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6" name="Google Shape;16;p15"/>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5"/>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5"/>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521208" y="978408"/>
            <a:ext cx="5020056" cy="428853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521208" y="5266944"/>
            <a:ext cx="5020056" cy="1088136"/>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rgbClr val="757575"/>
              </a:buClr>
              <a:buSzPts val="2200"/>
              <a:buNone/>
              <a:defRPr sz="2200" i="1">
                <a:solidFill>
                  <a:srgbClr val="757575"/>
                </a:solidFill>
              </a:defRPr>
            </a:lvl1pPr>
            <a:lvl2pPr marL="914400" lvl="1" indent="-228600" algn="l">
              <a:lnSpc>
                <a:spcPct val="110000"/>
              </a:lnSpc>
              <a:spcBef>
                <a:spcPts val="500"/>
              </a:spcBef>
              <a:spcAft>
                <a:spcPts val="0"/>
              </a:spcAft>
              <a:buClr>
                <a:srgbClr val="757575"/>
              </a:buClr>
              <a:buSzPts val="2000"/>
              <a:buNone/>
              <a:defRPr sz="2000">
                <a:solidFill>
                  <a:srgbClr val="757575"/>
                </a:solidFill>
              </a:defRPr>
            </a:lvl2pPr>
            <a:lvl3pPr marL="1371600" lvl="2" indent="-228600" algn="l">
              <a:lnSpc>
                <a:spcPct val="110000"/>
              </a:lnSpc>
              <a:spcBef>
                <a:spcPts val="500"/>
              </a:spcBef>
              <a:spcAft>
                <a:spcPts val="0"/>
              </a:spcAft>
              <a:buClr>
                <a:srgbClr val="757575"/>
              </a:buClr>
              <a:buSzPts val="1800"/>
              <a:buNone/>
              <a:defRPr sz="1800">
                <a:solidFill>
                  <a:srgbClr val="757575"/>
                </a:solidFill>
              </a:defRPr>
            </a:lvl3pPr>
            <a:lvl4pPr marL="1828800" lvl="3" indent="-228600" algn="l">
              <a:lnSpc>
                <a:spcPct val="110000"/>
              </a:lnSpc>
              <a:spcBef>
                <a:spcPts val="500"/>
              </a:spcBef>
              <a:spcAft>
                <a:spcPts val="0"/>
              </a:spcAft>
              <a:buClr>
                <a:srgbClr val="757575"/>
              </a:buClr>
              <a:buSzPts val="1600"/>
              <a:buNone/>
              <a:defRPr sz="1600">
                <a:solidFill>
                  <a:srgbClr val="757575"/>
                </a:solidFill>
              </a:defRPr>
            </a:lvl4pPr>
            <a:lvl5pPr marL="2286000" lvl="4" indent="-228600" algn="l">
              <a:lnSpc>
                <a:spcPct val="11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8" name="Google Shape;28;p17"/>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1" name="Google Shape;31;p17"/>
          <p:cNvSpPr/>
          <p:nvPr/>
        </p:nvSpPr>
        <p:spPr>
          <a:xfrm>
            <a:off x="517870" y="508090"/>
            <a:ext cx="5021183" cy="149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8"/>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18"/>
          <p:cNvSpPr txBox="1">
            <a:spLocks noGrp="1"/>
          </p:cNvSpPr>
          <p:nvPr>
            <p:ph type="body" idx="1"/>
          </p:nvPr>
        </p:nvSpPr>
        <p:spPr>
          <a:xfrm>
            <a:off x="521208" y="2578608"/>
            <a:ext cx="5166360" cy="376732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body" idx="2"/>
          </p:nvPr>
        </p:nvSpPr>
        <p:spPr>
          <a:xfrm>
            <a:off x="6519672" y="2578608"/>
            <a:ext cx="5166360" cy="376732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8"/>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8"/>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8"/>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19"/>
          <p:cNvSpPr txBox="1">
            <a:spLocks noGrp="1"/>
          </p:cNvSpPr>
          <p:nvPr>
            <p:ph type="title"/>
          </p:nvPr>
        </p:nvSpPr>
        <p:spPr>
          <a:xfrm>
            <a:off x="521208" y="978408"/>
            <a:ext cx="11164824" cy="1216152"/>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9"/>
          <p:cNvSpPr txBox="1">
            <a:spLocks noGrp="1"/>
          </p:cNvSpPr>
          <p:nvPr>
            <p:ph type="body" idx="1"/>
          </p:nvPr>
        </p:nvSpPr>
        <p:spPr>
          <a:xfrm>
            <a:off x="521208" y="2340864"/>
            <a:ext cx="5166360" cy="658368"/>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2200"/>
              <a:buNone/>
              <a:defRPr sz="2200" b="0" i="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2" name="Google Shape;42;p19"/>
          <p:cNvSpPr txBox="1">
            <a:spLocks noGrp="1"/>
          </p:cNvSpPr>
          <p:nvPr>
            <p:ph type="body" idx="2"/>
          </p:nvPr>
        </p:nvSpPr>
        <p:spPr>
          <a:xfrm>
            <a:off x="521208" y="3035808"/>
            <a:ext cx="5166360" cy="331012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9"/>
          <p:cNvSpPr txBox="1">
            <a:spLocks noGrp="1"/>
          </p:cNvSpPr>
          <p:nvPr>
            <p:ph type="body" idx="3"/>
          </p:nvPr>
        </p:nvSpPr>
        <p:spPr>
          <a:xfrm>
            <a:off x="6519672" y="2340864"/>
            <a:ext cx="5166360" cy="658368"/>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2200"/>
              <a:buNone/>
              <a:defRPr sz="2200" b="0" i="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19"/>
          <p:cNvSpPr txBox="1">
            <a:spLocks noGrp="1"/>
          </p:cNvSpPr>
          <p:nvPr>
            <p:ph type="body" idx="4"/>
          </p:nvPr>
        </p:nvSpPr>
        <p:spPr>
          <a:xfrm>
            <a:off x="6519672" y="3035808"/>
            <a:ext cx="5166360" cy="331012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9"/>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9"/>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9"/>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0"/>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20"/>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0"/>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0"/>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3"/>
        <p:cNvGrpSpPr/>
        <p:nvPr/>
      </p:nvGrpSpPr>
      <p:grpSpPr>
        <a:xfrm>
          <a:off x="0" y="0"/>
          <a:ext cx="0" cy="0"/>
          <a:chOff x="0" y="0"/>
          <a:chExt cx="0" cy="0"/>
        </a:xfrm>
      </p:grpSpPr>
      <p:sp>
        <p:nvSpPr>
          <p:cNvPr id="54" name="Google Shape;54;p21"/>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1"/>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1"/>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2"/>
          <p:cNvSpPr txBox="1">
            <a:spLocks noGrp="1"/>
          </p:cNvSpPr>
          <p:nvPr>
            <p:ph type="title"/>
          </p:nvPr>
        </p:nvSpPr>
        <p:spPr>
          <a:xfrm>
            <a:off x="521208" y="978408"/>
            <a:ext cx="5020056" cy="2459736"/>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22"/>
          <p:cNvSpPr txBox="1">
            <a:spLocks noGrp="1"/>
          </p:cNvSpPr>
          <p:nvPr>
            <p:ph type="body" idx="1"/>
          </p:nvPr>
        </p:nvSpPr>
        <p:spPr>
          <a:xfrm>
            <a:off x="6519672" y="987424"/>
            <a:ext cx="5166360" cy="5358384"/>
          </a:xfrm>
          <a:prstGeom prst="rect">
            <a:avLst/>
          </a:prstGeom>
          <a:noFill/>
          <a:ln>
            <a:noFill/>
          </a:ln>
        </p:spPr>
        <p:txBody>
          <a:bodyPr spcFirstLastPara="1" wrap="square" lIns="91425" tIns="45700" rIns="91425" bIns="45700" anchor="t" anchorCtr="0">
            <a:normAutofit/>
          </a:bodyPr>
          <a:lstStyle>
            <a:lvl1pPr marL="457200" lvl="0" indent="-355600" algn="l">
              <a:lnSpc>
                <a:spcPct val="110000"/>
              </a:lnSpc>
              <a:spcBef>
                <a:spcPts val="1000"/>
              </a:spcBef>
              <a:spcAft>
                <a:spcPts val="0"/>
              </a:spcAft>
              <a:buClr>
                <a:schemeClr val="dk1"/>
              </a:buClr>
              <a:buSzPts val="2000"/>
              <a:buChar char="•"/>
              <a:defRPr sz="2000"/>
            </a:lvl1pPr>
            <a:lvl2pPr marL="914400" lvl="1" indent="-342900" algn="l">
              <a:lnSpc>
                <a:spcPct val="110000"/>
              </a:lnSpc>
              <a:spcBef>
                <a:spcPts val="500"/>
              </a:spcBef>
              <a:spcAft>
                <a:spcPts val="0"/>
              </a:spcAft>
              <a:buClr>
                <a:schemeClr val="dk1"/>
              </a:buClr>
              <a:buSzPts val="1800"/>
              <a:buChar char="•"/>
              <a:defRPr sz="1800"/>
            </a:lvl2pPr>
            <a:lvl3pPr marL="1371600" lvl="2" indent="-330200" algn="l">
              <a:lnSpc>
                <a:spcPct val="110000"/>
              </a:lnSpc>
              <a:spcBef>
                <a:spcPts val="500"/>
              </a:spcBef>
              <a:spcAft>
                <a:spcPts val="0"/>
              </a:spcAft>
              <a:buClr>
                <a:schemeClr val="dk1"/>
              </a:buClr>
              <a:buSzPts val="1600"/>
              <a:buChar char="•"/>
              <a:defRPr sz="1600"/>
            </a:lvl3pPr>
            <a:lvl4pPr marL="1828800" lvl="3" indent="-317500" algn="l">
              <a:lnSpc>
                <a:spcPct val="110000"/>
              </a:lnSpc>
              <a:spcBef>
                <a:spcPts val="500"/>
              </a:spcBef>
              <a:spcAft>
                <a:spcPts val="0"/>
              </a:spcAft>
              <a:buClr>
                <a:schemeClr val="dk1"/>
              </a:buClr>
              <a:buSzPts val="1400"/>
              <a:buChar char="•"/>
              <a:defRPr sz="1400"/>
            </a:lvl4pPr>
            <a:lvl5pPr marL="2286000" lvl="4" indent="-317500" algn="l">
              <a:lnSpc>
                <a:spcPct val="110000"/>
              </a:lnSpc>
              <a:spcBef>
                <a:spcPts val="500"/>
              </a:spcBef>
              <a:spcAft>
                <a:spcPts val="0"/>
              </a:spcAft>
              <a:buClr>
                <a:schemeClr val="dk1"/>
              </a:buClr>
              <a:buSzPts val="1400"/>
              <a:buChar char="•"/>
              <a:defRPr sz="14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0" name="Google Shape;60;p22"/>
          <p:cNvSpPr txBox="1">
            <a:spLocks noGrp="1"/>
          </p:cNvSpPr>
          <p:nvPr>
            <p:ph type="body" idx="2"/>
          </p:nvPr>
        </p:nvSpPr>
        <p:spPr>
          <a:xfrm>
            <a:off x="521208" y="3575304"/>
            <a:ext cx="5020056" cy="2770632"/>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2200"/>
              <a:buNone/>
              <a:defRPr sz="2200" i="1"/>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22"/>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2"/>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2"/>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3"/>
          <p:cNvSpPr txBox="1">
            <a:spLocks noGrp="1"/>
          </p:cNvSpPr>
          <p:nvPr>
            <p:ph type="title"/>
          </p:nvPr>
        </p:nvSpPr>
        <p:spPr>
          <a:xfrm>
            <a:off x="521208" y="978408"/>
            <a:ext cx="5020056" cy="2459736"/>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a:spLocks noGrp="1"/>
          </p:cNvSpPr>
          <p:nvPr>
            <p:ph type="pic" idx="2"/>
          </p:nvPr>
        </p:nvSpPr>
        <p:spPr>
          <a:xfrm>
            <a:off x="6519672" y="987424"/>
            <a:ext cx="5166360" cy="5358384"/>
          </a:xfrm>
          <a:prstGeom prst="rect">
            <a:avLst/>
          </a:prstGeom>
          <a:noFill/>
          <a:ln>
            <a:noFill/>
          </a:ln>
        </p:spPr>
      </p:sp>
      <p:sp>
        <p:nvSpPr>
          <p:cNvPr id="67" name="Google Shape;67;p23"/>
          <p:cNvSpPr txBox="1">
            <a:spLocks noGrp="1"/>
          </p:cNvSpPr>
          <p:nvPr>
            <p:ph type="body" idx="1"/>
          </p:nvPr>
        </p:nvSpPr>
        <p:spPr>
          <a:xfrm>
            <a:off x="521208" y="3575304"/>
            <a:ext cx="5020056" cy="2770632"/>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2200"/>
              <a:buNone/>
              <a:defRPr sz="2200" i="1"/>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23"/>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3"/>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3"/>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24"/>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24"/>
          <p:cNvSpPr txBox="1">
            <a:spLocks noGrp="1"/>
          </p:cNvSpPr>
          <p:nvPr>
            <p:ph type="body" idx="1"/>
          </p:nvPr>
        </p:nvSpPr>
        <p:spPr>
          <a:xfrm rot="5400000">
            <a:off x="4215384" y="-1115568"/>
            <a:ext cx="3767328" cy="1115568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24"/>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4"/>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4"/>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25"/>
          <p:cNvSpPr txBox="1">
            <a:spLocks noGrp="1"/>
          </p:cNvSpPr>
          <p:nvPr>
            <p:ph type="title"/>
          </p:nvPr>
        </p:nvSpPr>
        <p:spPr>
          <a:xfrm rot="5400000">
            <a:off x="7251192" y="2386584"/>
            <a:ext cx="5367528" cy="255117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5"/>
          <p:cNvSpPr txBox="1">
            <a:spLocks noGrp="1"/>
          </p:cNvSpPr>
          <p:nvPr>
            <p:ph type="body" idx="1"/>
          </p:nvPr>
        </p:nvSpPr>
        <p:spPr>
          <a:xfrm rot="5400000">
            <a:off x="1842516" y="-342900"/>
            <a:ext cx="5367528" cy="8010144"/>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25"/>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5"/>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5"/>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3" name="Google Shape;83;p25"/>
          <p:cNvSpPr/>
          <p:nvPr/>
        </p:nvSpPr>
        <p:spPr>
          <a:xfrm rot="5400000">
            <a:off x="8936623" y="3585018"/>
            <a:ext cx="5325734" cy="149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chemeClr val="dk1"/>
              </a:buClr>
              <a:buSzPts val="4400"/>
              <a:buFont typeface="Arial"/>
              <a:buNone/>
              <a:defRPr sz="44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4"/>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10000"/>
              </a:lnSpc>
              <a:spcBef>
                <a:spcPts val="10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30200" algn="l" rtl="0">
              <a:lnSpc>
                <a:spcPct val="11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lnSpc>
                <a:spcPct val="11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04800" algn="l" rtl="0">
              <a:lnSpc>
                <a:spcPct val="11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4"/>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4"/>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4"/>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0" marR="0" lvl="1" indent="0" algn="r" rtl="0">
              <a:spcBef>
                <a:spcPts val="0"/>
              </a:spcBef>
              <a:buNone/>
              <a:defRPr sz="900" b="0" i="0" u="none" strike="noStrike" cap="none">
                <a:solidFill>
                  <a:schemeClr val="dk1"/>
                </a:solidFill>
                <a:latin typeface="Arial"/>
                <a:ea typeface="Arial"/>
                <a:cs typeface="Arial"/>
                <a:sym typeface="Arial"/>
              </a:defRPr>
            </a:lvl2pPr>
            <a:lvl3pPr marL="0" marR="0" lvl="2" indent="0" algn="r" rtl="0">
              <a:spcBef>
                <a:spcPts val="0"/>
              </a:spcBef>
              <a:buNone/>
              <a:defRPr sz="900" b="0" i="0" u="none" strike="noStrike" cap="none">
                <a:solidFill>
                  <a:schemeClr val="dk1"/>
                </a:solidFill>
                <a:latin typeface="Arial"/>
                <a:ea typeface="Arial"/>
                <a:cs typeface="Arial"/>
                <a:sym typeface="Arial"/>
              </a:defRPr>
            </a:lvl3pPr>
            <a:lvl4pPr marL="0" marR="0" lvl="3" indent="0" algn="r" rtl="0">
              <a:spcBef>
                <a:spcPts val="0"/>
              </a:spcBef>
              <a:buNone/>
              <a:defRPr sz="900" b="0" i="0" u="none" strike="noStrike" cap="none">
                <a:solidFill>
                  <a:schemeClr val="dk1"/>
                </a:solidFill>
                <a:latin typeface="Arial"/>
                <a:ea typeface="Arial"/>
                <a:cs typeface="Arial"/>
                <a:sym typeface="Arial"/>
              </a:defRPr>
            </a:lvl4pPr>
            <a:lvl5pPr marL="0" marR="0" lvl="4" indent="0" algn="r" rtl="0">
              <a:spcBef>
                <a:spcPts val="0"/>
              </a:spcBef>
              <a:buNone/>
              <a:defRPr sz="900" b="0" i="0" u="none" strike="noStrike" cap="none">
                <a:solidFill>
                  <a:schemeClr val="dk1"/>
                </a:solidFill>
                <a:latin typeface="Arial"/>
                <a:ea typeface="Arial"/>
                <a:cs typeface="Arial"/>
                <a:sym typeface="Arial"/>
              </a:defRPr>
            </a:lvl5pPr>
            <a:lvl6pPr marL="0" marR="0" lvl="5" indent="0" algn="r" rtl="0">
              <a:spcBef>
                <a:spcPts val="0"/>
              </a:spcBef>
              <a:buNone/>
              <a:defRPr sz="900" b="0" i="0" u="none" strike="noStrike" cap="none">
                <a:solidFill>
                  <a:schemeClr val="dk1"/>
                </a:solidFill>
                <a:latin typeface="Arial"/>
                <a:ea typeface="Arial"/>
                <a:cs typeface="Arial"/>
                <a:sym typeface="Arial"/>
              </a:defRPr>
            </a:lvl6pPr>
            <a:lvl7pPr marL="0" marR="0" lvl="6" indent="0" algn="r" rtl="0">
              <a:spcBef>
                <a:spcPts val="0"/>
              </a:spcBef>
              <a:buNone/>
              <a:defRPr sz="900" b="0" i="0" u="none" strike="noStrike" cap="none">
                <a:solidFill>
                  <a:schemeClr val="dk1"/>
                </a:solidFill>
                <a:latin typeface="Arial"/>
                <a:ea typeface="Arial"/>
                <a:cs typeface="Arial"/>
                <a:sym typeface="Arial"/>
              </a:defRPr>
            </a:lvl7pPr>
            <a:lvl8pPr marL="0" marR="0" lvl="7" indent="0" algn="r" rtl="0">
              <a:spcBef>
                <a:spcPts val="0"/>
              </a:spcBef>
              <a:buNone/>
              <a:defRPr sz="900" b="0" i="0" u="none" strike="noStrike" cap="none">
                <a:solidFill>
                  <a:schemeClr val="dk1"/>
                </a:solidFill>
                <a:latin typeface="Arial"/>
                <a:ea typeface="Arial"/>
                <a:cs typeface="Arial"/>
                <a:sym typeface="Arial"/>
              </a:defRPr>
            </a:lvl8pPr>
            <a:lvl9pPr marL="0" marR="0" lvl="8" indent="0" algn="r" rtl="0">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1" name="Google Shape;11;p14"/>
          <p:cNvSpPr/>
          <p:nvPr/>
        </p:nvSpPr>
        <p:spPr>
          <a:xfrm>
            <a:off x="517869" y="508090"/>
            <a:ext cx="11153214" cy="149279"/>
          </a:xfrm>
          <a:custGeom>
            <a:avLst/>
            <a:gdLst/>
            <a:ahLst/>
            <a:cxnLst/>
            <a:rect l="l" t="t" r="r" b="b"/>
            <a:pathLst>
              <a:path w="8085002" h="149279" extrusionOk="0">
                <a:moveTo>
                  <a:pt x="0" y="0"/>
                </a:moveTo>
                <a:lnTo>
                  <a:pt x="8085002" y="0"/>
                </a:lnTo>
                <a:lnTo>
                  <a:pt x="8085002" y="149279"/>
                </a:lnTo>
                <a:lnTo>
                  <a:pt x="0" y="14927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
          <p:cNvSpPr/>
          <p:nvPr/>
        </p:nvSpPr>
        <p:spPr>
          <a:xfrm>
            <a:off x="0" y="0"/>
            <a:ext cx="12188952" cy="68579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9" name="Google Shape;89;p1"/>
          <p:cNvSpPr txBox="1">
            <a:spLocks noGrp="1"/>
          </p:cNvSpPr>
          <p:nvPr>
            <p:ph type="ctrTitle"/>
          </p:nvPr>
        </p:nvSpPr>
        <p:spPr>
          <a:xfrm>
            <a:off x="517870" y="978408"/>
            <a:ext cx="6126479" cy="347167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7200"/>
              <a:buFont typeface="Arial"/>
              <a:buNone/>
            </a:pPr>
            <a:r>
              <a:rPr lang="en-US" dirty="0"/>
              <a:t>Functions of Behavior</a:t>
            </a:r>
            <a:endParaRPr dirty="0"/>
          </a:p>
        </p:txBody>
      </p:sp>
      <p:sp>
        <p:nvSpPr>
          <p:cNvPr id="90" name="Google Shape;90;p1"/>
          <p:cNvSpPr txBox="1">
            <a:spLocks noGrp="1"/>
          </p:cNvSpPr>
          <p:nvPr>
            <p:ph type="subTitle" idx="1"/>
          </p:nvPr>
        </p:nvSpPr>
        <p:spPr>
          <a:xfrm>
            <a:off x="521207" y="4737463"/>
            <a:ext cx="6123141" cy="1310419"/>
          </a:xfrm>
          <a:prstGeom prst="rect">
            <a:avLst/>
          </a:prstGeom>
          <a:noFill/>
          <a:ln>
            <a:noFill/>
          </a:ln>
        </p:spPr>
        <p:txBody>
          <a:bodyPr spcFirstLastPara="1" wrap="square" lIns="91425" tIns="45700" rIns="91425" bIns="45700" anchor="b" anchorCtr="0">
            <a:normAutofit/>
          </a:bodyPr>
          <a:lstStyle/>
          <a:p>
            <a:pPr marL="0" lvl="0" indent="0" algn="l" rtl="0">
              <a:lnSpc>
                <a:spcPct val="110000"/>
              </a:lnSpc>
              <a:spcBef>
                <a:spcPts val="0"/>
              </a:spcBef>
              <a:spcAft>
                <a:spcPts val="0"/>
              </a:spcAft>
              <a:buClr>
                <a:schemeClr val="dk1"/>
              </a:buClr>
              <a:buSzPts val="2400"/>
              <a:buNone/>
            </a:pPr>
            <a:r>
              <a:rPr lang="en-US" sz="2400" dirty="0"/>
              <a:t>Behavior Technician Curriculum</a:t>
            </a:r>
            <a:endParaRPr dirty="0"/>
          </a:p>
        </p:txBody>
      </p:sp>
      <p:sp>
        <p:nvSpPr>
          <p:cNvPr id="91" name="Google Shape;91;p1"/>
          <p:cNvSpPr/>
          <p:nvPr/>
        </p:nvSpPr>
        <p:spPr>
          <a:xfrm>
            <a:off x="517870" y="508090"/>
            <a:ext cx="6126480" cy="149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92" name="Google Shape;92;p1" descr="Free and customizable colorful wallpaper templates"/>
          <p:cNvPicPr preferRelativeResize="0"/>
          <p:nvPr/>
        </p:nvPicPr>
        <p:blipFill rotWithShape="1">
          <a:blip r:embed="rId3">
            <a:alphaModFix/>
          </a:blip>
          <a:srcRect t="20808" r="1" b="11240"/>
          <a:stretch/>
        </p:blipFill>
        <p:spPr>
          <a:xfrm>
            <a:off x="6444343" y="-4"/>
            <a:ext cx="5676924" cy="6857999"/>
          </a:xfrm>
          <a:prstGeom prst="rect">
            <a:avLst/>
          </a:prstGeom>
          <a:noFill/>
          <a:ln>
            <a:noFill/>
          </a:ln>
        </p:spPr>
      </p:pic>
      <p:sp>
        <p:nvSpPr>
          <p:cNvPr id="93" name="Google Shape;93;p1"/>
          <p:cNvSpPr/>
          <p:nvPr/>
        </p:nvSpPr>
        <p:spPr>
          <a:xfrm>
            <a:off x="7161513" y="6300216"/>
            <a:ext cx="4521838" cy="4571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dirty="0"/>
              <a:t>Why Understanding Behavior Matters</a:t>
            </a:r>
            <a:endParaRPr dirty="0"/>
          </a:p>
        </p:txBody>
      </p:sp>
      <p:sp>
        <p:nvSpPr>
          <p:cNvPr id="99" name="Google Shape;99;p2"/>
          <p:cNvSpPr txBox="1">
            <a:spLocks noGrp="1"/>
          </p:cNvSpPr>
          <p:nvPr>
            <p:ph type="body" idx="1"/>
          </p:nvPr>
        </p:nvSpPr>
        <p:spPr>
          <a:xfrm>
            <a:off x="518160" y="2267712"/>
            <a:ext cx="11155680"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Font typeface="Arial"/>
              <a:buChar char="•"/>
            </a:pPr>
            <a:r>
              <a:rPr lang="en-US" dirty="0"/>
              <a:t>Behavior always serves a purpose.</a:t>
            </a:r>
          </a:p>
          <a:p>
            <a:pPr marL="228600" lvl="0" indent="-228600" algn="l" rtl="0">
              <a:lnSpc>
                <a:spcPct val="110000"/>
              </a:lnSpc>
              <a:spcBef>
                <a:spcPts val="0"/>
              </a:spcBef>
              <a:spcAft>
                <a:spcPts val="0"/>
              </a:spcAft>
              <a:buClr>
                <a:schemeClr val="dk1"/>
              </a:buClr>
              <a:buSzPts val="1800"/>
              <a:buFont typeface="Arial"/>
              <a:buChar char="•"/>
            </a:pPr>
            <a:endParaRPr dirty="0"/>
          </a:p>
          <a:p>
            <a:pPr marL="228600" lvl="0" indent="-228600" algn="l" rtl="0">
              <a:lnSpc>
                <a:spcPct val="110000"/>
              </a:lnSpc>
              <a:spcBef>
                <a:spcPts val="1000"/>
              </a:spcBef>
              <a:spcAft>
                <a:spcPts val="0"/>
              </a:spcAft>
              <a:buClr>
                <a:schemeClr val="dk1"/>
              </a:buClr>
              <a:buSzPts val="1800"/>
              <a:buFont typeface="Arial"/>
              <a:buChar char="•"/>
            </a:pPr>
            <a:r>
              <a:rPr lang="en-US" dirty="0"/>
              <a:t>Knowing the function helps us respond effectively.</a:t>
            </a:r>
          </a:p>
          <a:p>
            <a:pPr marL="228600" lvl="0" indent="-228600" algn="l" rtl="0">
              <a:lnSpc>
                <a:spcPct val="110000"/>
              </a:lnSpc>
              <a:spcBef>
                <a:spcPts val="1000"/>
              </a:spcBef>
              <a:spcAft>
                <a:spcPts val="0"/>
              </a:spcAft>
              <a:buClr>
                <a:schemeClr val="dk1"/>
              </a:buClr>
              <a:buSzPts val="1800"/>
              <a:buFont typeface="Arial"/>
              <a:buChar char="•"/>
            </a:pPr>
            <a:endParaRPr dirty="0"/>
          </a:p>
          <a:p>
            <a:pPr marL="228600" lvl="0" indent="-228600" algn="l" rtl="0">
              <a:lnSpc>
                <a:spcPct val="110000"/>
              </a:lnSpc>
              <a:spcBef>
                <a:spcPts val="1000"/>
              </a:spcBef>
              <a:spcAft>
                <a:spcPts val="0"/>
              </a:spcAft>
              <a:buClr>
                <a:schemeClr val="dk1"/>
              </a:buClr>
              <a:buSzPts val="1800"/>
              <a:buFont typeface="Arial"/>
              <a:buChar char="•"/>
            </a:pPr>
            <a:r>
              <a:rPr lang="en-US" dirty="0"/>
              <a:t>As behavior technicians, your interventions depend on understanding </a:t>
            </a:r>
            <a:r>
              <a:rPr lang="en-US" i="1" dirty="0"/>
              <a:t>why</a:t>
            </a:r>
            <a:r>
              <a:rPr lang="en-US" dirty="0"/>
              <a:t> the behavior occurs.</a:t>
            </a:r>
            <a:endParaRPr dirty="0"/>
          </a:p>
          <a:p>
            <a:pPr marL="228600" lvl="0" indent="-114300" algn="l" rtl="0">
              <a:lnSpc>
                <a:spcPct val="110000"/>
              </a:lnSpc>
              <a:spcBef>
                <a:spcPts val="1000"/>
              </a:spcBef>
              <a:spcAft>
                <a:spcPts val="0"/>
              </a:spcAft>
              <a:buClr>
                <a:schemeClr val="dk1"/>
              </a:buClr>
              <a:buSzPts val="1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What is a Function of Behavior?</a:t>
            </a:r>
            <a:endParaRPr/>
          </a:p>
        </p:txBody>
      </p:sp>
      <p:sp>
        <p:nvSpPr>
          <p:cNvPr id="105" name="Google Shape;105;p3"/>
          <p:cNvSpPr txBox="1">
            <a:spLocks noGrp="1"/>
          </p:cNvSpPr>
          <p:nvPr>
            <p:ph type="body" idx="1"/>
          </p:nvPr>
        </p:nvSpPr>
        <p:spPr>
          <a:xfrm>
            <a:off x="518160" y="2043594"/>
            <a:ext cx="11155680" cy="3767328"/>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800"/>
              <a:buNone/>
            </a:pPr>
            <a:r>
              <a:rPr lang="en-US" sz="2400" dirty="0"/>
              <a:t>A </a:t>
            </a:r>
            <a:r>
              <a:rPr lang="en-US" sz="2400" b="1" dirty="0"/>
              <a:t>function</a:t>
            </a:r>
            <a:r>
              <a:rPr lang="en-US" sz="2400" dirty="0"/>
              <a:t> is the reason or purpose behind a behavior.</a:t>
            </a:r>
          </a:p>
          <a:p>
            <a:pPr marL="0" lvl="0" indent="0" algn="l" rtl="0">
              <a:lnSpc>
                <a:spcPct val="110000"/>
              </a:lnSpc>
              <a:spcBef>
                <a:spcPts val="0"/>
              </a:spcBef>
              <a:spcAft>
                <a:spcPts val="0"/>
              </a:spcAft>
              <a:buClr>
                <a:schemeClr val="dk1"/>
              </a:buClr>
              <a:buSzPts val="1800"/>
              <a:buNone/>
            </a:pPr>
            <a:endParaRPr sz="2400" dirty="0"/>
          </a:p>
          <a:p>
            <a:pPr marL="228600" lvl="0" indent="-228600" algn="l" rtl="0">
              <a:lnSpc>
                <a:spcPct val="110000"/>
              </a:lnSpc>
              <a:spcBef>
                <a:spcPts val="1000"/>
              </a:spcBef>
              <a:spcAft>
                <a:spcPts val="0"/>
              </a:spcAft>
              <a:buClr>
                <a:schemeClr val="dk1"/>
              </a:buClr>
              <a:buSzPts val="1800"/>
              <a:buChar char="•"/>
            </a:pPr>
            <a:r>
              <a:rPr lang="en-US" dirty="0"/>
              <a:t>Behavior is </a:t>
            </a:r>
            <a:r>
              <a:rPr lang="en-US" b="1" dirty="0"/>
              <a:t>communicative</a:t>
            </a:r>
            <a:r>
              <a:rPr lang="en-US" dirty="0"/>
              <a:t>—it tells us something.</a:t>
            </a:r>
            <a:endParaRPr dirty="0"/>
          </a:p>
          <a:p>
            <a:pPr marL="228600" lvl="0" indent="-228600" algn="l" rtl="0">
              <a:lnSpc>
                <a:spcPct val="110000"/>
              </a:lnSpc>
              <a:spcBef>
                <a:spcPts val="1000"/>
              </a:spcBef>
              <a:spcAft>
                <a:spcPts val="0"/>
              </a:spcAft>
              <a:buClr>
                <a:schemeClr val="dk1"/>
              </a:buClr>
              <a:buSzPts val="1800"/>
              <a:buChar char="•"/>
            </a:pPr>
            <a:r>
              <a:rPr lang="en-US" dirty="0"/>
              <a:t>Understanding function = better behavior plans.</a:t>
            </a:r>
            <a:endParaRPr dirty="0"/>
          </a:p>
          <a:p>
            <a:pPr marL="0" lvl="0" indent="0" algn="l" rtl="0">
              <a:lnSpc>
                <a:spcPct val="110000"/>
              </a:lnSpc>
              <a:spcBef>
                <a:spcPts val="1000"/>
              </a:spcBef>
              <a:spcAft>
                <a:spcPts val="0"/>
              </a:spcAft>
              <a:buClr>
                <a:schemeClr val="dk1"/>
              </a:buClr>
              <a:buSzPts val="18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9"/>
        <p:cNvGrpSpPr/>
        <p:nvPr/>
      </p:nvGrpSpPr>
      <p:grpSpPr>
        <a:xfrm>
          <a:off x="0" y="0"/>
          <a:ext cx="0" cy="0"/>
          <a:chOff x="0" y="0"/>
          <a:chExt cx="0" cy="0"/>
        </a:xfrm>
      </p:grpSpPr>
      <p:sp>
        <p:nvSpPr>
          <p:cNvPr id="110" name="Google Shape;110;p4"/>
          <p:cNvSpPr/>
          <p:nvPr/>
        </p:nvSpPr>
        <p:spPr>
          <a:xfrm>
            <a:off x="0" y="0"/>
            <a:ext cx="12188952" cy="68579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1" name="Google Shape;111;p4"/>
          <p:cNvSpPr txBox="1">
            <a:spLocks noGrp="1"/>
          </p:cNvSpPr>
          <p:nvPr>
            <p:ph type="title"/>
          </p:nvPr>
        </p:nvSpPr>
        <p:spPr>
          <a:xfrm>
            <a:off x="521208" y="978408"/>
            <a:ext cx="11155680" cy="111556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The 4 Main Functions of Behavior</a:t>
            </a:r>
            <a:endParaRPr/>
          </a:p>
        </p:txBody>
      </p:sp>
      <p:sp>
        <p:nvSpPr>
          <p:cNvPr id="112" name="Google Shape;112;p4"/>
          <p:cNvSpPr/>
          <p:nvPr/>
        </p:nvSpPr>
        <p:spPr>
          <a:xfrm>
            <a:off x="517869" y="508090"/>
            <a:ext cx="11153214" cy="149279"/>
          </a:xfrm>
          <a:custGeom>
            <a:avLst/>
            <a:gdLst/>
            <a:ahLst/>
            <a:cxnLst/>
            <a:rect l="l" t="t" r="r" b="b"/>
            <a:pathLst>
              <a:path w="8085002" h="149279" extrusionOk="0">
                <a:moveTo>
                  <a:pt x="0" y="0"/>
                </a:moveTo>
                <a:lnTo>
                  <a:pt x="8085002" y="0"/>
                </a:lnTo>
                <a:lnTo>
                  <a:pt x="8085002" y="149279"/>
                </a:lnTo>
                <a:lnTo>
                  <a:pt x="0" y="14927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13" name="Google Shape;113;p4" descr="47 ABA Memes ideas | behavior analysis ..."/>
          <p:cNvPicPr preferRelativeResize="0"/>
          <p:nvPr/>
        </p:nvPicPr>
        <p:blipFill rotWithShape="1">
          <a:blip r:embed="rId3">
            <a:alphaModFix/>
          </a:blip>
          <a:srcRect l="3670" r="1" b="1"/>
          <a:stretch/>
        </p:blipFill>
        <p:spPr>
          <a:xfrm>
            <a:off x="517866" y="2299390"/>
            <a:ext cx="5578133" cy="4048568"/>
          </a:xfrm>
          <a:prstGeom prst="rect">
            <a:avLst/>
          </a:prstGeom>
          <a:noFill/>
          <a:ln>
            <a:noFill/>
          </a:ln>
        </p:spPr>
      </p:pic>
      <p:sp>
        <p:nvSpPr>
          <p:cNvPr id="114" name="Google Shape;114;p4"/>
          <p:cNvSpPr txBox="1">
            <a:spLocks noGrp="1"/>
          </p:cNvSpPr>
          <p:nvPr>
            <p:ph type="body" idx="1"/>
          </p:nvPr>
        </p:nvSpPr>
        <p:spPr>
          <a:xfrm>
            <a:off x="6510528" y="2304288"/>
            <a:ext cx="5157216" cy="4050792"/>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rgbClr val="00B0F0"/>
              </a:buClr>
              <a:buSzPts val="2800"/>
              <a:buNone/>
            </a:pPr>
            <a:r>
              <a:rPr lang="en-US" sz="2800" b="1">
                <a:solidFill>
                  <a:srgbClr val="00B0F0"/>
                </a:solidFill>
              </a:rPr>
              <a:t>The Big Four</a:t>
            </a:r>
            <a:endParaRPr/>
          </a:p>
          <a:p>
            <a:pPr marL="228600" lvl="0" indent="-228600" algn="l" rtl="0">
              <a:lnSpc>
                <a:spcPct val="110000"/>
              </a:lnSpc>
              <a:spcBef>
                <a:spcPts val="1000"/>
              </a:spcBef>
              <a:spcAft>
                <a:spcPts val="0"/>
              </a:spcAft>
              <a:buClr>
                <a:schemeClr val="dk1"/>
              </a:buClr>
              <a:buSzPts val="2400"/>
              <a:buChar char="•"/>
            </a:pPr>
            <a:r>
              <a:rPr lang="en-US" sz="2400"/>
              <a:t>Attention</a:t>
            </a:r>
            <a:endParaRPr/>
          </a:p>
          <a:p>
            <a:pPr marL="228600" lvl="0" indent="-228600" algn="l" rtl="0">
              <a:lnSpc>
                <a:spcPct val="110000"/>
              </a:lnSpc>
              <a:spcBef>
                <a:spcPts val="1000"/>
              </a:spcBef>
              <a:spcAft>
                <a:spcPts val="0"/>
              </a:spcAft>
              <a:buClr>
                <a:schemeClr val="dk1"/>
              </a:buClr>
              <a:buSzPts val="2400"/>
              <a:buChar char="•"/>
            </a:pPr>
            <a:r>
              <a:rPr lang="en-US" sz="2400"/>
              <a:t>Escape/Avoidance</a:t>
            </a:r>
            <a:endParaRPr/>
          </a:p>
          <a:p>
            <a:pPr marL="228600" lvl="0" indent="-228600" algn="l" rtl="0">
              <a:lnSpc>
                <a:spcPct val="110000"/>
              </a:lnSpc>
              <a:spcBef>
                <a:spcPts val="1000"/>
              </a:spcBef>
              <a:spcAft>
                <a:spcPts val="0"/>
              </a:spcAft>
              <a:buClr>
                <a:schemeClr val="dk1"/>
              </a:buClr>
              <a:buSzPts val="2400"/>
              <a:buChar char="•"/>
            </a:pPr>
            <a:r>
              <a:rPr lang="en-US" sz="2400"/>
              <a:t>Access to Tangibles</a:t>
            </a:r>
            <a:endParaRPr/>
          </a:p>
          <a:p>
            <a:pPr marL="228600" lvl="0" indent="-228600" algn="l" rtl="0">
              <a:lnSpc>
                <a:spcPct val="110000"/>
              </a:lnSpc>
              <a:spcBef>
                <a:spcPts val="1000"/>
              </a:spcBef>
              <a:spcAft>
                <a:spcPts val="0"/>
              </a:spcAft>
              <a:buClr>
                <a:schemeClr val="dk1"/>
              </a:buClr>
              <a:buSzPts val="2400"/>
              <a:buChar char="•"/>
            </a:pPr>
            <a:r>
              <a:rPr lang="en-US" sz="2400"/>
              <a:t>Automatic/Sensory</a:t>
            </a:r>
            <a:endParaRPr/>
          </a:p>
          <a:p>
            <a:pPr marL="0" lvl="0" indent="0" algn="l" rtl="0">
              <a:lnSpc>
                <a:spcPct val="110000"/>
              </a:lnSpc>
              <a:spcBef>
                <a:spcPts val="1000"/>
              </a:spcBef>
              <a:spcAft>
                <a:spcPts val="0"/>
              </a:spcAft>
              <a:buClr>
                <a:schemeClr val="dk1"/>
              </a:buClr>
              <a:buSzPts val="1800"/>
              <a:buNone/>
            </a:pPr>
            <a:endParaRPr/>
          </a:p>
          <a:p>
            <a:pPr marL="0" lvl="0" indent="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Behavior for Attention</a:t>
            </a:r>
            <a:endParaRPr/>
          </a:p>
        </p:txBody>
      </p:sp>
      <p:sp>
        <p:nvSpPr>
          <p:cNvPr id="120" name="Google Shape;120;p5"/>
          <p:cNvSpPr txBox="1">
            <a:spLocks noGrp="1"/>
          </p:cNvSpPr>
          <p:nvPr>
            <p:ph type="body" idx="1"/>
          </p:nvPr>
        </p:nvSpPr>
        <p:spPr>
          <a:xfrm>
            <a:off x="518160" y="2043594"/>
            <a:ext cx="11155680"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Font typeface="Arial"/>
              <a:buChar char="•"/>
            </a:pPr>
            <a:r>
              <a:rPr lang="en-US"/>
              <a:t>The behavior gets </a:t>
            </a:r>
            <a:r>
              <a:rPr lang="en-US" b="1"/>
              <a:t>social interaction</a:t>
            </a:r>
            <a:r>
              <a:rPr lang="en-US"/>
              <a:t> (positive or negative).</a:t>
            </a:r>
            <a:endParaRPr/>
          </a:p>
          <a:p>
            <a:pPr marL="228600" lvl="0" indent="-228600" algn="l" rtl="0">
              <a:lnSpc>
                <a:spcPct val="110000"/>
              </a:lnSpc>
              <a:spcBef>
                <a:spcPts val="1000"/>
              </a:spcBef>
              <a:spcAft>
                <a:spcPts val="0"/>
              </a:spcAft>
              <a:buClr>
                <a:schemeClr val="dk1"/>
              </a:buClr>
              <a:buSzPts val="1800"/>
              <a:buFont typeface="Arial"/>
              <a:buChar char="•"/>
            </a:pPr>
            <a:r>
              <a:rPr lang="en-US"/>
              <a:t>Examples:</a:t>
            </a:r>
            <a:endParaRPr/>
          </a:p>
          <a:p>
            <a:pPr marL="742950" lvl="1" indent="-285750" algn="l" rtl="0">
              <a:lnSpc>
                <a:spcPct val="110000"/>
              </a:lnSpc>
              <a:spcBef>
                <a:spcPts val="500"/>
              </a:spcBef>
              <a:spcAft>
                <a:spcPts val="0"/>
              </a:spcAft>
              <a:buClr>
                <a:schemeClr val="dk1"/>
              </a:buClr>
              <a:buSzPts val="1600"/>
              <a:buFont typeface="Arial"/>
              <a:buChar char="•"/>
            </a:pPr>
            <a:r>
              <a:rPr lang="en-US"/>
              <a:t>Calling out in class</a:t>
            </a:r>
            <a:endParaRPr/>
          </a:p>
          <a:p>
            <a:pPr marL="742950" lvl="1" indent="-285750" algn="l" rtl="0">
              <a:lnSpc>
                <a:spcPct val="110000"/>
              </a:lnSpc>
              <a:spcBef>
                <a:spcPts val="500"/>
              </a:spcBef>
              <a:spcAft>
                <a:spcPts val="0"/>
              </a:spcAft>
              <a:buClr>
                <a:schemeClr val="dk1"/>
              </a:buClr>
              <a:buSzPts val="1600"/>
              <a:buFont typeface="Arial"/>
              <a:buChar char="•"/>
            </a:pPr>
            <a:r>
              <a:rPr lang="en-US"/>
              <a:t>Throwing objects to get a reaction</a:t>
            </a:r>
            <a:endParaRPr/>
          </a:p>
          <a:p>
            <a:pPr marL="742950" lvl="1" indent="-285750" algn="l" rtl="0">
              <a:lnSpc>
                <a:spcPct val="110000"/>
              </a:lnSpc>
              <a:spcBef>
                <a:spcPts val="500"/>
              </a:spcBef>
              <a:spcAft>
                <a:spcPts val="0"/>
              </a:spcAft>
              <a:buClr>
                <a:schemeClr val="dk1"/>
              </a:buClr>
              <a:buSzPts val="1600"/>
              <a:buFont typeface="Arial"/>
              <a:buChar char="•"/>
            </a:pPr>
            <a:r>
              <a:rPr lang="en-US"/>
              <a:t>Doing something unsafe to get Mom to say “Don’t do that!!”</a:t>
            </a:r>
            <a:endParaRPr/>
          </a:p>
          <a:p>
            <a:pPr marL="228600" lvl="0" indent="-228600" algn="l" rtl="0">
              <a:lnSpc>
                <a:spcPct val="110000"/>
              </a:lnSpc>
              <a:spcBef>
                <a:spcPts val="1000"/>
              </a:spcBef>
              <a:spcAft>
                <a:spcPts val="0"/>
              </a:spcAft>
              <a:buClr>
                <a:schemeClr val="dk1"/>
              </a:buClr>
              <a:buSzPts val="1800"/>
              <a:buFont typeface="Arial"/>
              <a:buChar char="•"/>
            </a:pPr>
            <a:r>
              <a:rPr lang="en-US"/>
              <a:t>Tip: Even scolding can reinforce attention-seeking behavior.</a:t>
            </a:r>
            <a:endParaRPr/>
          </a:p>
          <a:p>
            <a:pPr marL="0" lvl="0" indent="0" algn="l" rtl="0">
              <a:lnSpc>
                <a:spcPct val="110000"/>
              </a:lnSpc>
              <a:spcBef>
                <a:spcPts val="1000"/>
              </a:spcBef>
              <a:spcAft>
                <a:spcPts val="0"/>
              </a:spcAft>
              <a:buClr>
                <a:schemeClr val="dk1"/>
              </a:buClr>
              <a:buSzPts val="1800"/>
              <a:buNone/>
            </a:pPr>
            <a:endParaRPr/>
          </a:p>
          <a:p>
            <a:pPr marL="0" lvl="0" indent="0" algn="l" rtl="0">
              <a:lnSpc>
                <a:spcPct val="110000"/>
              </a:lnSpc>
              <a:spcBef>
                <a:spcPts val="1000"/>
              </a:spcBef>
              <a:spcAft>
                <a:spcPts val="0"/>
              </a:spcAft>
              <a:buClr>
                <a:schemeClr val="dk1"/>
              </a:buClr>
              <a:buSzPts val="1800"/>
              <a:buNone/>
            </a:pPr>
            <a:endParaRPr/>
          </a:p>
        </p:txBody>
      </p:sp>
      <p:pic>
        <p:nvPicPr>
          <p:cNvPr id="121" name="Google Shape;121;p5" descr="Attention meme - Imgur"/>
          <p:cNvPicPr preferRelativeResize="0"/>
          <p:nvPr/>
        </p:nvPicPr>
        <p:blipFill rotWithShape="1">
          <a:blip r:embed="rId3">
            <a:alphaModFix/>
          </a:blip>
          <a:srcRect/>
          <a:stretch/>
        </p:blipFill>
        <p:spPr>
          <a:xfrm>
            <a:off x="7552660" y="2210056"/>
            <a:ext cx="3982847" cy="220649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5"/>
        <p:cNvGrpSpPr/>
        <p:nvPr/>
      </p:nvGrpSpPr>
      <p:grpSpPr>
        <a:xfrm>
          <a:off x="0" y="0"/>
          <a:ext cx="0" cy="0"/>
          <a:chOff x="0" y="0"/>
          <a:chExt cx="0" cy="0"/>
        </a:xfrm>
      </p:grpSpPr>
      <p:sp>
        <p:nvSpPr>
          <p:cNvPr id="126" name="Google Shape;126;p6"/>
          <p:cNvSpPr/>
          <p:nvPr/>
        </p:nvSpPr>
        <p:spPr>
          <a:xfrm>
            <a:off x="0" y="0"/>
            <a:ext cx="12188952" cy="68579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7" name="Google Shape;127;p6"/>
          <p:cNvSpPr txBox="1">
            <a:spLocks noGrp="1"/>
          </p:cNvSpPr>
          <p:nvPr>
            <p:ph type="title"/>
          </p:nvPr>
        </p:nvSpPr>
        <p:spPr>
          <a:xfrm>
            <a:off x="521208" y="978408"/>
            <a:ext cx="11155680" cy="111556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Escape/Avoidance</a:t>
            </a:r>
            <a:endParaRPr/>
          </a:p>
        </p:txBody>
      </p:sp>
      <p:sp>
        <p:nvSpPr>
          <p:cNvPr id="128" name="Google Shape;128;p6"/>
          <p:cNvSpPr/>
          <p:nvPr/>
        </p:nvSpPr>
        <p:spPr>
          <a:xfrm>
            <a:off x="517869" y="508090"/>
            <a:ext cx="11153214" cy="149279"/>
          </a:xfrm>
          <a:custGeom>
            <a:avLst/>
            <a:gdLst/>
            <a:ahLst/>
            <a:cxnLst/>
            <a:rect l="l" t="t" r="r" b="b"/>
            <a:pathLst>
              <a:path w="8085002" h="149279" extrusionOk="0">
                <a:moveTo>
                  <a:pt x="0" y="0"/>
                </a:moveTo>
                <a:lnTo>
                  <a:pt x="8085002" y="0"/>
                </a:lnTo>
                <a:lnTo>
                  <a:pt x="8085002" y="149279"/>
                </a:lnTo>
                <a:lnTo>
                  <a:pt x="0" y="14927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29" name="Google Shape;129;p6" descr="Avoidance GIFs | Tenor"/>
          <p:cNvPicPr preferRelativeResize="0"/>
          <p:nvPr/>
        </p:nvPicPr>
        <p:blipFill rotWithShape="1">
          <a:blip r:embed="rId3">
            <a:alphaModFix/>
          </a:blip>
          <a:srcRect/>
          <a:stretch/>
        </p:blipFill>
        <p:spPr>
          <a:xfrm>
            <a:off x="638541" y="2299390"/>
            <a:ext cx="5397745" cy="4072844"/>
          </a:xfrm>
          <a:prstGeom prst="rect">
            <a:avLst/>
          </a:prstGeom>
          <a:noFill/>
          <a:ln>
            <a:noFill/>
          </a:ln>
        </p:spPr>
      </p:pic>
      <p:sp>
        <p:nvSpPr>
          <p:cNvPr id="130" name="Google Shape;130;p6"/>
          <p:cNvSpPr txBox="1">
            <a:spLocks noGrp="1"/>
          </p:cNvSpPr>
          <p:nvPr>
            <p:ph type="body" idx="1"/>
          </p:nvPr>
        </p:nvSpPr>
        <p:spPr>
          <a:xfrm>
            <a:off x="6547104" y="2304288"/>
            <a:ext cx="5129784" cy="4050792"/>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a:t>The behavior helps the individual </a:t>
            </a:r>
            <a:r>
              <a:rPr lang="en-US" b="1"/>
              <a:t>avoid or escape</a:t>
            </a:r>
            <a:r>
              <a:rPr lang="en-US"/>
              <a:t> a task, situation, or person.</a:t>
            </a:r>
            <a:endParaRPr/>
          </a:p>
          <a:p>
            <a:pPr marL="228600" lvl="0" indent="-228600" algn="l" rtl="0">
              <a:lnSpc>
                <a:spcPct val="110000"/>
              </a:lnSpc>
              <a:spcBef>
                <a:spcPts val="1000"/>
              </a:spcBef>
              <a:spcAft>
                <a:spcPts val="0"/>
              </a:spcAft>
              <a:buClr>
                <a:schemeClr val="dk1"/>
              </a:buClr>
              <a:buSzPts val="1800"/>
              <a:buChar char="•"/>
            </a:pPr>
            <a:r>
              <a:rPr lang="en-US"/>
              <a:t>Examples:</a:t>
            </a:r>
            <a:endParaRPr/>
          </a:p>
          <a:p>
            <a:pPr marL="228600" lvl="0" indent="-228600" algn="l" rtl="0">
              <a:lnSpc>
                <a:spcPct val="110000"/>
              </a:lnSpc>
              <a:spcBef>
                <a:spcPts val="1000"/>
              </a:spcBef>
              <a:spcAft>
                <a:spcPts val="0"/>
              </a:spcAft>
              <a:buClr>
                <a:schemeClr val="dk1"/>
              </a:buClr>
              <a:buSzPts val="1800"/>
              <a:buFont typeface="Arial"/>
              <a:buChar char="•"/>
            </a:pPr>
            <a:r>
              <a:rPr lang="en-US"/>
              <a:t>Running away when work is presented</a:t>
            </a:r>
            <a:endParaRPr/>
          </a:p>
          <a:p>
            <a:pPr marL="228600" lvl="0" indent="-228600" algn="l" rtl="0">
              <a:lnSpc>
                <a:spcPct val="110000"/>
              </a:lnSpc>
              <a:spcBef>
                <a:spcPts val="1000"/>
              </a:spcBef>
              <a:spcAft>
                <a:spcPts val="0"/>
              </a:spcAft>
              <a:buClr>
                <a:schemeClr val="dk1"/>
              </a:buClr>
              <a:buSzPts val="1800"/>
              <a:buFont typeface="Arial"/>
              <a:buChar char="•"/>
            </a:pPr>
            <a:r>
              <a:rPr lang="en-US"/>
              <a:t>Saying “I don’t know” repeatedly</a:t>
            </a:r>
            <a:endParaRPr/>
          </a:p>
          <a:p>
            <a:pPr marL="228600" lvl="0" indent="-228600" algn="l" rtl="0">
              <a:lnSpc>
                <a:spcPct val="110000"/>
              </a:lnSpc>
              <a:spcBef>
                <a:spcPts val="1000"/>
              </a:spcBef>
              <a:spcAft>
                <a:spcPts val="0"/>
              </a:spcAft>
              <a:buClr>
                <a:schemeClr val="dk1"/>
              </a:buClr>
              <a:buSzPts val="1800"/>
              <a:buFont typeface="Arial"/>
              <a:buChar char="•"/>
            </a:pPr>
            <a:r>
              <a:rPr lang="en-US"/>
              <a:t>Engaging in tantrums to delay tasks</a:t>
            </a:r>
            <a:endParaRPr/>
          </a:p>
          <a:p>
            <a:pPr marL="228600" lvl="0" indent="-228600" algn="l" rtl="0">
              <a:lnSpc>
                <a:spcPct val="110000"/>
              </a:lnSpc>
              <a:spcBef>
                <a:spcPts val="1000"/>
              </a:spcBef>
              <a:spcAft>
                <a:spcPts val="0"/>
              </a:spcAft>
              <a:buClr>
                <a:schemeClr val="dk1"/>
              </a:buClr>
              <a:buSzPts val="1800"/>
              <a:buChar char="•"/>
            </a:pPr>
            <a:r>
              <a:rPr lang="en-US"/>
              <a:t>Tip: Watch for patterns like behavior during specific activities.</a:t>
            </a:r>
            <a:endParaRPr/>
          </a:p>
          <a:p>
            <a:pPr marL="0" lvl="0" indent="0" algn="l" rtl="0">
              <a:lnSpc>
                <a:spcPct val="110000"/>
              </a:lnSpc>
              <a:spcBef>
                <a:spcPts val="1000"/>
              </a:spcBef>
              <a:spcAft>
                <a:spcPts val="0"/>
              </a:spcAft>
              <a:buClr>
                <a:schemeClr val="dk1"/>
              </a:buClr>
              <a:buSzPts val="1800"/>
              <a:buNone/>
            </a:pPr>
            <a:endParaRPr/>
          </a:p>
          <a:p>
            <a:pPr marL="0" lvl="0" indent="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4"/>
        <p:cNvGrpSpPr/>
        <p:nvPr/>
      </p:nvGrpSpPr>
      <p:grpSpPr>
        <a:xfrm>
          <a:off x="0" y="0"/>
          <a:ext cx="0" cy="0"/>
          <a:chOff x="0" y="0"/>
          <a:chExt cx="0" cy="0"/>
        </a:xfrm>
      </p:grpSpPr>
      <p:sp>
        <p:nvSpPr>
          <p:cNvPr id="135" name="Google Shape;135;p7"/>
          <p:cNvSpPr/>
          <p:nvPr/>
        </p:nvSpPr>
        <p:spPr>
          <a:xfrm>
            <a:off x="0" y="0"/>
            <a:ext cx="12188952" cy="68579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6" name="Google Shape;136;p7"/>
          <p:cNvSpPr txBox="1">
            <a:spLocks noGrp="1"/>
          </p:cNvSpPr>
          <p:nvPr>
            <p:ph type="title"/>
          </p:nvPr>
        </p:nvSpPr>
        <p:spPr>
          <a:xfrm>
            <a:off x="521208" y="978408"/>
            <a:ext cx="11155680" cy="111556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Access to Tangibles</a:t>
            </a:r>
            <a:endParaRPr/>
          </a:p>
        </p:txBody>
      </p:sp>
      <p:sp>
        <p:nvSpPr>
          <p:cNvPr id="137" name="Google Shape;137;p7"/>
          <p:cNvSpPr/>
          <p:nvPr/>
        </p:nvSpPr>
        <p:spPr>
          <a:xfrm>
            <a:off x="517869" y="508090"/>
            <a:ext cx="11153214" cy="149279"/>
          </a:xfrm>
          <a:custGeom>
            <a:avLst/>
            <a:gdLst/>
            <a:ahLst/>
            <a:cxnLst/>
            <a:rect l="l" t="t" r="r" b="b"/>
            <a:pathLst>
              <a:path w="8085002" h="149279" extrusionOk="0">
                <a:moveTo>
                  <a:pt x="0" y="0"/>
                </a:moveTo>
                <a:lnTo>
                  <a:pt x="8085002" y="0"/>
                </a:lnTo>
                <a:lnTo>
                  <a:pt x="8085002" y="149279"/>
                </a:lnTo>
                <a:lnTo>
                  <a:pt x="0" y="14927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38" name="Google Shape;138;p7" descr="access - Oprah Winfrey ..."/>
          <p:cNvPicPr preferRelativeResize="0"/>
          <p:nvPr/>
        </p:nvPicPr>
        <p:blipFill rotWithShape="1">
          <a:blip r:embed="rId3">
            <a:alphaModFix/>
          </a:blip>
          <a:srcRect/>
          <a:stretch/>
        </p:blipFill>
        <p:spPr>
          <a:xfrm>
            <a:off x="608188" y="2299390"/>
            <a:ext cx="5458450" cy="4072844"/>
          </a:xfrm>
          <a:prstGeom prst="rect">
            <a:avLst/>
          </a:prstGeom>
          <a:noFill/>
          <a:ln>
            <a:noFill/>
          </a:ln>
        </p:spPr>
      </p:pic>
      <p:sp>
        <p:nvSpPr>
          <p:cNvPr id="139" name="Google Shape;139;p7"/>
          <p:cNvSpPr txBox="1">
            <a:spLocks noGrp="1"/>
          </p:cNvSpPr>
          <p:nvPr>
            <p:ph type="body" idx="1"/>
          </p:nvPr>
        </p:nvSpPr>
        <p:spPr>
          <a:xfrm>
            <a:off x="6547104" y="2304288"/>
            <a:ext cx="5129784" cy="4050792"/>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800"/>
              <a:buNone/>
            </a:pPr>
            <a:r>
              <a:rPr lang="en-US"/>
              <a:t>Behavior to Get Something</a:t>
            </a:r>
            <a:endParaRPr/>
          </a:p>
          <a:p>
            <a:pPr marL="228600" lvl="0" indent="-228600" algn="l" rtl="0">
              <a:lnSpc>
                <a:spcPct val="110000"/>
              </a:lnSpc>
              <a:spcBef>
                <a:spcPts val="1000"/>
              </a:spcBef>
              <a:spcAft>
                <a:spcPts val="0"/>
              </a:spcAft>
              <a:buClr>
                <a:schemeClr val="dk1"/>
              </a:buClr>
              <a:buSzPts val="1800"/>
              <a:buFont typeface="Arial"/>
              <a:buChar char="•"/>
            </a:pPr>
            <a:r>
              <a:rPr lang="en-US"/>
              <a:t>The behavior results in </a:t>
            </a:r>
            <a:r>
              <a:rPr lang="en-US" b="1"/>
              <a:t>getting an item or activity</a:t>
            </a:r>
            <a:r>
              <a:rPr lang="en-US"/>
              <a:t>.</a:t>
            </a:r>
            <a:endParaRPr/>
          </a:p>
          <a:p>
            <a:pPr marL="228600" lvl="0" indent="-228600" algn="l" rtl="0">
              <a:lnSpc>
                <a:spcPct val="110000"/>
              </a:lnSpc>
              <a:spcBef>
                <a:spcPts val="1000"/>
              </a:spcBef>
              <a:spcAft>
                <a:spcPts val="0"/>
              </a:spcAft>
              <a:buClr>
                <a:schemeClr val="dk1"/>
              </a:buClr>
              <a:buSzPts val="1800"/>
              <a:buFont typeface="Arial"/>
              <a:buChar char="•"/>
            </a:pPr>
            <a:r>
              <a:rPr lang="en-US"/>
              <a:t>Examples:</a:t>
            </a:r>
            <a:endParaRPr/>
          </a:p>
          <a:p>
            <a:pPr marL="742950" lvl="1" indent="-285750" algn="l" rtl="0">
              <a:lnSpc>
                <a:spcPct val="110000"/>
              </a:lnSpc>
              <a:spcBef>
                <a:spcPts val="500"/>
              </a:spcBef>
              <a:spcAft>
                <a:spcPts val="0"/>
              </a:spcAft>
              <a:buClr>
                <a:schemeClr val="dk1"/>
              </a:buClr>
              <a:buSzPts val="1600"/>
              <a:buFont typeface="Arial"/>
              <a:buChar char="•"/>
            </a:pPr>
            <a:r>
              <a:rPr lang="en-US"/>
              <a:t>Crying to get a toy</a:t>
            </a:r>
            <a:endParaRPr/>
          </a:p>
          <a:p>
            <a:pPr marL="742950" lvl="1" indent="-285750" algn="l" rtl="0">
              <a:lnSpc>
                <a:spcPct val="110000"/>
              </a:lnSpc>
              <a:spcBef>
                <a:spcPts val="500"/>
              </a:spcBef>
              <a:spcAft>
                <a:spcPts val="0"/>
              </a:spcAft>
              <a:buClr>
                <a:schemeClr val="dk1"/>
              </a:buClr>
              <a:buSzPts val="1600"/>
              <a:buFont typeface="Arial"/>
              <a:buChar char="•"/>
            </a:pPr>
            <a:r>
              <a:rPr lang="en-US"/>
              <a:t>Hitting to get a snack</a:t>
            </a:r>
            <a:endParaRPr/>
          </a:p>
          <a:p>
            <a:pPr marL="742950" lvl="1" indent="-285750" algn="l" rtl="0">
              <a:lnSpc>
                <a:spcPct val="110000"/>
              </a:lnSpc>
              <a:spcBef>
                <a:spcPts val="500"/>
              </a:spcBef>
              <a:spcAft>
                <a:spcPts val="0"/>
              </a:spcAft>
              <a:buClr>
                <a:schemeClr val="dk1"/>
              </a:buClr>
              <a:buSzPts val="1600"/>
              <a:buFont typeface="Arial"/>
              <a:buChar char="•"/>
            </a:pPr>
            <a:r>
              <a:rPr lang="en-US"/>
              <a:t>Taking someone’s phone</a:t>
            </a:r>
            <a:endParaRPr/>
          </a:p>
          <a:p>
            <a:pPr marL="228600" lvl="0" indent="-228600" algn="l" rtl="0">
              <a:lnSpc>
                <a:spcPct val="110000"/>
              </a:lnSpc>
              <a:spcBef>
                <a:spcPts val="1000"/>
              </a:spcBef>
              <a:spcAft>
                <a:spcPts val="0"/>
              </a:spcAft>
              <a:buClr>
                <a:schemeClr val="dk1"/>
              </a:buClr>
              <a:buSzPts val="1800"/>
              <a:buFont typeface="Arial"/>
              <a:buChar char="•"/>
            </a:pPr>
            <a:r>
              <a:rPr lang="en-US"/>
              <a:t>Tip: Reinforce communication as a replacement behavior.</a:t>
            </a:r>
            <a:endParaRPr/>
          </a:p>
          <a:p>
            <a:pPr marL="0" lvl="0" indent="0" algn="l" rtl="0">
              <a:lnSpc>
                <a:spcPct val="110000"/>
              </a:lnSpc>
              <a:spcBef>
                <a:spcPts val="1000"/>
              </a:spcBef>
              <a:spcAft>
                <a:spcPts val="0"/>
              </a:spcAft>
              <a:buClr>
                <a:schemeClr val="dk1"/>
              </a:buClr>
              <a:buSzPts val="1800"/>
              <a:buNone/>
            </a:pPr>
            <a:endParaRPr/>
          </a:p>
          <a:p>
            <a:pPr marL="0" lvl="0" indent="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
        <p:cNvGrpSpPr/>
        <p:nvPr/>
      </p:nvGrpSpPr>
      <p:grpSpPr>
        <a:xfrm>
          <a:off x="0" y="0"/>
          <a:ext cx="0" cy="0"/>
          <a:chOff x="0" y="0"/>
          <a:chExt cx="0" cy="0"/>
        </a:xfrm>
      </p:grpSpPr>
      <p:sp>
        <p:nvSpPr>
          <p:cNvPr id="144" name="Google Shape;144;p8"/>
          <p:cNvSpPr/>
          <p:nvPr/>
        </p:nvSpPr>
        <p:spPr>
          <a:xfrm>
            <a:off x="0" y="0"/>
            <a:ext cx="12188952" cy="68579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5" name="Google Shape;145;p8"/>
          <p:cNvSpPr txBox="1">
            <a:spLocks noGrp="1"/>
          </p:cNvSpPr>
          <p:nvPr>
            <p:ph type="title"/>
          </p:nvPr>
        </p:nvSpPr>
        <p:spPr>
          <a:xfrm>
            <a:off x="521208" y="978408"/>
            <a:ext cx="11155680" cy="111556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Automatic/Sensory</a:t>
            </a:r>
            <a:endParaRPr/>
          </a:p>
        </p:txBody>
      </p:sp>
      <p:sp>
        <p:nvSpPr>
          <p:cNvPr id="146" name="Google Shape;146;p8"/>
          <p:cNvSpPr/>
          <p:nvPr/>
        </p:nvSpPr>
        <p:spPr>
          <a:xfrm>
            <a:off x="517869" y="508090"/>
            <a:ext cx="11153214" cy="149279"/>
          </a:xfrm>
          <a:custGeom>
            <a:avLst/>
            <a:gdLst/>
            <a:ahLst/>
            <a:cxnLst/>
            <a:rect l="l" t="t" r="r" b="b"/>
            <a:pathLst>
              <a:path w="8085002" h="149279" extrusionOk="0">
                <a:moveTo>
                  <a:pt x="0" y="0"/>
                </a:moveTo>
                <a:lnTo>
                  <a:pt x="8085002" y="0"/>
                </a:lnTo>
                <a:lnTo>
                  <a:pt x="8085002" y="149279"/>
                </a:lnTo>
                <a:lnTo>
                  <a:pt x="0" y="14927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47" name="Google Shape;147;p8" descr="I Like It Alot GIFs | Tenor"/>
          <p:cNvPicPr preferRelativeResize="0"/>
          <p:nvPr/>
        </p:nvPicPr>
        <p:blipFill rotWithShape="1">
          <a:blip r:embed="rId3">
            <a:alphaModFix/>
          </a:blip>
          <a:srcRect l="22261" r="272" b="-1"/>
          <a:stretch/>
        </p:blipFill>
        <p:spPr>
          <a:xfrm>
            <a:off x="517866" y="2299390"/>
            <a:ext cx="5578133" cy="4048568"/>
          </a:xfrm>
          <a:prstGeom prst="rect">
            <a:avLst/>
          </a:prstGeom>
          <a:noFill/>
          <a:ln>
            <a:noFill/>
          </a:ln>
        </p:spPr>
      </p:pic>
      <p:sp>
        <p:nvSpPr>
          <p:cNvPr id="148" name="Google Shape;148;p8"/>
          <p:cNvSpPr txBox="1">
            <a:spLocks noGrp="1"/>
          </p:cNvSpPr>
          <p:nvPr>
            <p:ph type="body" idx="1"/>
          </p:nvPr>
        </p:nvSpPr>
        <p:spPr>
          <a:xfrm>
            <a:off x="6510528" y="2304288"/>
            <a:ext cx="5157216" cy="4050792"/>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800"/>
              <a:buNone/>
            </a:pPr>
            <a:r>
              <a:rPr lang="en-US"/>
              <a:t>Behavior That Feels Good</a:t>
            </a:r>
            <a:endParaRPr/>
          </a:p>
          <a:p>
            <a:pPr marL="228600" lvl="0" indent="-228600" algn="l" rtl="0">
              <a:lnSpc>
                <a:spcPct val="110000"/>
              </a:lnSpc>
              <a:spcBef>
                <a:spcPts val="1000"/>
              </a:spcBef>
              <a:spcAft>
                <a:spcPts val="0"/>
              </a:spcAft>
              <a:buClr>
                <a:schemeClr val="dk1"/>
              </a:buClr>
              <a:buSzPts val="1800"/>
              <a:buChar char="•"/>
            </a:pPr>
            <a:r>
              <a:rPr lang="en-US"/>
              <a:t>The behavior </a:t>
            </a:r>
            <a:r>
              <a:rPr lang="en-US" b="1"/>
              <a:t>feels good or regulates the body</a:t>
            </a:r>
            <a:r>
              <a:rPr lang="en-US"/>
              <a:t>.</a:t>
            </a:r>
            <a:endParaRPr/>
          </a:p>
          <a:p>
            <a:pPr marL="228600" lvl="0" indent="-228600" algn="l" rtl="0">
              <a:lnSpc>
                <a:spcPct val="110000"/>
              </a:lnSpc>
              <a:spcBef>
                <a:spcPts val="1000"/>
              </a:spcBef>
              <a:spcAft>
                <a:spcPts val="0"/>
              </a:spcAft>
              <a:buClr>
                <a:schemeClr val="dk1"/>
              </a:buClr>
              <a:buSzPts val="1800"/>
              <a:buChar char="•"/>
            </a:pPr>
            <a:r>
              <a:rPr lang="en-US"/>
              <a:t>Examples:</a:t>
            </a:r>
            <a:endParaRPr/>
          </a:p>
          <a:p>
            <a:pPr marL="228600" lvl="0" indent="-228600" algn="l" rtl="0">
              <a:lnSpc>
                <a:spcPct val="110000"/>
              </a:lnSpc>
              <a:spcBef>
                <a:spcPts val="1000"/>
              </a:spcBef>
              <a:spcAft>
                <a:spcPts val="0"/>
              </a:spcAft>
              <a:buClr>
                <a:schemeClr val="dk1"/>
              </a:buClr>
              <a:buSzPts val="1800"/>
              <a:buFont typeface="Arial"/>
              <a:buChar char="•"/>
            </a:pPr>
            <a:r>
              <a:rPr lang="en-US"/>
              <a:t>Rocking back and forth</a:t>
            </a:r>
            <a:endParaRPr/>
          </a:p>
          <a:p>
            <a:pPr marL="228600" lvl="0" indent="-228600" algn="l" rtl="0">
              <a:lnSpc>
                <a:spcPct val="110000"/>
              </a:lnSpc>
              <a:spcBef>
                <a:spcPts val="1000"/>
              </a:spcBef>
              <a:spcAft>
                <a:spcPts val="0"/>
              </a:spcAft>
              <a:buClr>
                <a:schemeClr val="dk1"/>
              </a:buClr>
              <a:buSzPts val="1800"/>
              <a:buFont typeface="Arial"/>
              <a:buChar char="•"/>
            </a:pPr>
            <a:r>
              <a:rPr lang="en-US"/>
              <a:t>Hand-flapping</a:t>
            </a:r>
            <a:endParaRPr/>
          </a:p>
          <a:p>
            <a:pPr marL="228600" lvl="0" indent="-228600" algn="l" rtl="0">
              <a:lnSpc>
                <a:spcPct val="110000"/>
              </a:lnSpc>
              <a:spcBef>
                <a:spcPts val="1000"/>
              </a:spcBef>
              <a:spcAft>
                <a:spcPts val="0"/>
              </a:spcAft>
              <a:buClr>
                <a:schemeClr val="dk1"/>
              </a:buClr>
              <a:buSzPts val="1800"/>
              <a:buFont typeface="Arial"/>
              <a:buChar char="•"/>
            </a:pPr>
            <a:r>
              <a:rPr lang="en-US"/>
              <a:t>Putting playdoh on mouth ☺ </a:t>
            </a:r>
            <a:endParaRPr/>
          </a:p>
          <a:p>
            <a:pPr marL="228600" lvl="0" indent="-228600" algn="l" rtl="0">
              <a:lnSpc>
                <a:spcPct val="110000"/>
              </a:lnSpc>
              <a:spcBef>
                <a:spcPts val="1000"/>
              </a:spcBef>
              <a:spcAft>
                <a:spcPts val="0"/>
              </a:spcAft>
              <a:buClr>
                <a:schemeClr val="dk1"/>
              </a:buClr>
              <a:buSzPts val="1800"/>
              <a:buChar char="•"/>
            </a:pPr>
            <a:r>
              <a:rPr lang="en-US"/>
              <a:t>Tip: These behaviors may occur even when alone.</a:t>
            </a:r>
            <a:endParaRPr/>
          </a:p>
          <a:p>
            <a:pPr marL="0" lvl="0" indent="0" algn="l" rtl="0">
              <a:lnSpc>
                <a:spcPct val="110000"/>
              </a:lnSpc>
              <a:spcBef>
                <a:spcPts val="1000"/>
              </a:spcBef>
              <a:spcAft>
                <a:spcPts val="0"/>
              </a:spcAft>
              <a:buClr>
                <a:schemeClr val="dk1"/>
              </a:buClr>
              <a:buSzPts val="1800"/>
              <a:buNone/>
            </a:pPr>
            <a:endParaRPr/>
          </a:p>
          <a:p>
            <a:pPr marL="0" lvl="0" indent="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9"/>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Identifying the Function</a:t>
            </a:r>
            <a:endParaRPr/>
          </a:p>
        </p:txBody>
      </p:sp>
      <p:sp>
        <p:nvSpPr>
          <p:cNvPr id="154" name="Google Shape;154;p9"/>
          <p:cNvSpPr txBox="1">
            <a:spLocks noGrp="1"/>
          </p:cNvSpPr>
          <p:nvPr>
            <p:ph type="body" idx="1"/>
          </p:nvPr>
        </p:nvSpPr>
        <p:spPr>
          <a:xfrm>
            <a:off x="515112" y="1709927"/>
            <a:ext cx="11155680" cy="4687147"/>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2400"/>
              <a:buNone/>
            </a:pPr>
            <a:r>
              <a:rPr lang="en-US" sz="2400"/>
              <a:t>How do we try to identify the function?</a:t>
            </a:r>
            <a:endParaRPr/>
          </a:p>
          <a:p>
            <a:pPr marL="0" lvl="0" indent="0" algn="l" rtl="0">
              <a:lnSpc>
                <a:spcPct val="110000"/>
              </a:lnSpc>
              <a:spcBef>
                <a:spcPts val="1000"/>
              </a:spcBef>
              <a:spcAft>
                <a:spcPts val="0"/>
              </a:spcAft>
              <a:buClr>
                <a:schemeClr val="dk1"/>
              </a:buClr>
              <a:buSzPts val="1800"/>
              <a:buNone/>
            </a:pPr>
            <a:r>
              <a:rPr lang="en-US" b="1"/>
              <a:t>Observe</a:t>
            </a:r>
            <a:r>
              <a:rPr lang="en-US"/>
              <a:t> the </a:t>
            </a:r>
            <a:r>
              <a:rPr lang="en-US" b="1">
                <a:solidFill>
                  <a:schemeClr val="accent1"/>
                </a:solidFill>
              </a:rPr>
              <a:t>ABC</a:t>
            </a:r>
            <a:r>
              <a:rPr lang="en-US"/>
              <a:t>s:</a:t>
            </a:r>
            <a:endParaRPr/>
          </a:p>
          <a:p>
            <a:pPr marL="228600" lvl="0" indent="-114300" algn="l" rtl="0">
              <a:lnSpc>
                <a:spcPct val="110000"/>
              </a:lnSpc>
              <a:spcBef>
                <a:spcPts val="1000"/>
              </a:spcBef>
              <a:spcAft>
                <a:spcPts val="0"/>
              </a:spcAft>
              <a:buClr>
                <a:schemeClr val="dk1"/>
              </a:buClr>
              <a:buSzPts val="1800"/>
              <a:buNone/>
            </a:pPr>
            <a:endParaRPr/>
          </a:p>
          <a:p>
            <a:pPr marL="228600" lvl="0" indent="-114300" algn="l" rtl="0">
              <a:lnSpc>
                <a:spcPct val="110000"/>
              </a:lnSpc>
              <a:spcBef>
                <a:spcPts val="1000"/>
              </a:spcBef>
              <a:spcAft>
                <a:spcPts val="0"/>
              </a:spcAft>
              <a:buClr>
                <a:schemeClr val="dk1"/>
              </a:buClr>
              <a:buSzPts val="1800"/>
              <a:buNone/>
            </a:pPr>
            <a:endParaRPr/>
          </a:p>
          <a:p>
            <a:pPr marL="228600" lvl="0" indent="-114300" algn="l" rtl="0">
              <a:lnSpc>
                <a:spcPct val="110000"/>
              </a:lnSpc>
              <a:spcBef>
                <a:spcPts val="1000"/>
              </a:spcBef>
              <a:spcAft>
                <a:spcPts val="0"/>
              </a:spcAft>
              <a:buClr>
                <a:schemeClr val="dk1"/>
              </a:buClr>
              <a:buSzPts val="1800"/>
              <a:buNone/>
            </a:pPr>
            <a:endParaRPr/>
          </a:p>
          <a:p>
            <a:pPr marL="228600" lvl="0" indent="-114300" algn="l" rtl="0">
              <a:lnSpc>
                <a:spcPct val="110000"/>
              </a:lnSpc>
              <a:spcBef>
                <a:spcPts val="1000"/>
              </a:spcBef>
              <a:spcAft>
                <a:spcPts val="0"/>
              </a:spcAft>
              <a:buClr>
                <a:schemeClr val="dk1"/>
              </a:buClr>
              <a:buSzPts val="1800"/>
              <a:buNone/>
            </a:pPr>
            <a:endParaRPr/>
          </a:p>
          <a:p>
            <a:pPr marL="228600" lvl="0" indent="-114300" algn="l" rtl="0">
              <a:lnSpc>
                <a:spcPct val="110000"/>
              </a:lnSpc>
              <a:spcBef>
                <a:spcPts val="1000"/>
              </a:spcBef>
              <a:spcAft>
                <a:spcPts val="0"/>
              </a:spcAft>
              <a:buClr>
                <a:schemeClr val="dk1"/>
              </a:buClr>
              <a:buSzPts val="1800"/>
              <a:buNone/>
            </a:pPr>
            <a:endParaRPr/>
          </a:p>
          <a:p>
            <a:pPr marL="228600" lvl="0" indent="-114300" algn="l" rtl="0">
              <a:lnSpc>
                <a:spcPct val="110000"/>
              </a:lnSpc>
              <a:spcBef>
                <a:spcPts val="1000"/>
              </a:spcBef>
              <a:spcAft>
                <a:spcPts val="0"/>
              </a:spcAft>
              <a:buClr>
                <a:schemeClr val="dk1"/>
              </a:buClr>
              <a:buSzPts val="1800"/>
              <a:buNone/>
            </a:pPr>
            <a:endParaRPr/>
          </a:p>
          <a:p>
            <a:pPr marL="228600" lvl="0" indent="-228600" algn="l" rtl="0">
              <a:lnSpc>
                <a:spcPct val="110000"/>
              </a:lnSpc>
              <a:spcBef>
                <a:spcPts val="1000"/>
              </a:spcBef>
              <a:spcAft>
                <a:spcPts val="0"/>
              </a:spcAft>
              <a:buClr>
                <a:schemeClr val="dk1"/>
              </a:buClr>
              <a:buSzPts val="1800"/>
              <a:buChar char="•"/>
            </a:pPr>
            <a:r>
              <a:rPr lang="en-US"/>
              <a:t>Collect data and look for patterns.</a:t>
            </a:r>
            <a:endParaRPr/>
          </a:p>
          <a:p>
            <a:pPr marL="228600" lvl="0" indent="-228600" algn="l" rtl="0">
              <a:lnSpc>
                <a:spcPct val="110000"/>
              </a:lnSpc>
              <a:spcBef>
                <a:spcPts val="1000"/>
              </a:spcBef>
              <a:spcAft>
                <a:spcPts val="0"/>
              </a:spcAft>
              <a:buClr>
                <a:schemeClr val="dk1"/>
              </a:buClr>
              <a:buSzPts val="1800"/>
              <a:buChar char="•"/>
            </a:pPr>
            <a:r>
              <a:rPr lang="en-US"/>
              <a:t>Collaborate with your BCBA!</a:t>
            </a:r>
            <a:endParaRPr/>
          </a:p>
          <a:p>
            <a:pPr marL="0" lvl="0" indent="0" algn="l" rtl="0">
              <a:lnSpc>
                <a:spcPct val="110000"/>
              </a:lnSpc>
              <a:spcBef>
                <a:spcPts val="1000"/>
              </a:spcBef>
              <a:spcAft>
                <a:spcPts val="0"/>
              </a:spcAft>
              <a:buClr>
                <a:schemeClr val="dk1"/>
              </a:buClr>
              <a:buSzPts val="1800"/>
              <a:buNone/>
            </a:pPr>
            <a:endParaRPr/>
          </a:p>
          <a:p>
            <a:pPr marL="0" lvl="0" indent="0" algn="l" rtl="0">
              <a:lnSpc>
                <a:spcPct val="110000"/>
              </a:lnSpc>
              <a:spcBef>
                <a:spcPts val="1000"/>
              </a:spcBef>
              <a:spcAft>
                <a:spcPts val="0"/>
              </a:spcAft>
              <a:buClr>
                <a:schemeClr val="dk1"/>
              </a:buClr>
              <a:buSzPts val="1800"/>
              <a:buNone/>
            </a:pPr>
            <a:endParaRPr/>
          </a:p>
        </p:txBody>
      </p:sp>
      <p:grpSp>
        <p:nvGrpSpPr>
          <p:cNvPr id="155" name="Google Shape;155;p9"/>
          <p:cNvGrpSpPr/>
          <p:nvPr/>
        </p:nvGrpSpPr>
        <p:grpSpPr>
          <a:xfrm>
            <a:off x="528351" y="3278301"/>
            <a:ext cx="8493149" cy="1733724"/>
            <a:chOff x="7143" y="2068777"/>
            <a:chExt cx="8493149" cy="1733724"/>
          </a:xfrm>
        </p:grpSpPr>
        <p:sp>
          <p:nvSpPr>
            <p:cNvPr id="156" name="Google Shape;156;p9"/>
            <p:cNvSpPr/>
            <p:nvPr/>
          </p:nvSpPr>
          <p:spPr>
            <a:xfrm>
              <a:off x="7143" y="2068777"/>
              <a:ext cx="2135187" cy="1281112"/>
            </a:xfrm>
            <a:prstGeom prst="roundRect">
              <a:avLst>
                <a:gd name="adj" fmla="val 10000"/>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txBox="1"/>
            <p:nvPr/>
          </p:nvSpPr>
          <p:spPr>
            <a:xfrm>
              <a:off x="44665" y="2106299"/>
              <a:ext cx="2060143" cy="1206068"/>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0" i="0" u="none" strike="noStrike" cap="none">
                  <a:solidFill>
                    <a:schemeClr val="lt1"/>
                  </a:solidFill>
                  <a:latin typeface="Arial"/>
                  <a:ea typeface="Arial"/>
                  <a:cs typeface="Arial"/>
                  <a:sym typeface="Arial"/>
                </a:rPr>
                <a:t>Antecedent</a:t>
              </a:r>
              <a:endParaRPr/>
            </a:p>
            <a:p>
              <a:pPr marL="171450" marR="0" lvl="1" indent="-171450" algn="l" rtl="0">
                <a:lnSpc>
                  <a:spcPct val="90000"/>
                </a:lnSpc>
                <a:spcBef>
                  <a:spcPts val="840"/>
                </a:spcBef>
                <a:spcAft>
                  <a:spcPts val="0"/>
                </a:spcAft>
                <a:buClr>
                  <a:schemeClr val="lt1"/>
                </a:buClr>
                <a:buSzPts val="1900"/>
                <a:buFont typeface="Arial"/>
                <a:buChar char="•"/>
              </a:pPr>
              <a:r>
                <a:rPr lang="en-US" sz="1900" b="0" i="0" u="none" strike="noStrike" cap="none">
                  <a:solidFill>
                    <a:schemeClr val="lt1"/>
                  </a:solidFill>
                  <a:latin typeface="Arial"/>
                  <a:ea typeface="Arial"/>
                  <a:cs typeface="Arial"/>
                  <a:sym typeface="Arial"/>
                </a:rPr>
                <a:t>what happens before</a:t>
              </a:r>
              <a:endParaRPr/>
            </a:p>
          </p:txBody>
        </p:sp>
        <p:sp>
          <p:nvSpPr>
            <p:cNvPr id="158" name="Google Shape;158;p9"/>
            <p:cNvSpPr/>
            <p:nvPr/>
          </p:nvSpPr>
          <p:spPr>
            <a:xfrm>
              <a:off x="2355850" y="2444570"/>
              <a:ext cx="452659" cy="529526"/>
            </a:xfrm>
            <a:prstGeom prst="rightArrow">
              <a:avLst>
                <a:gd name="adj1" fmla="val 60000"/>
                <a:gd name="adj2" fmla="val 50000"/>
              </a:avLst>
            </a:prstGeom>
            <a:solidFill>
              <a:srgbClr val="F3CB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9"/>
            <p:cNvSpPr txBox="1"/>
            <p:nvPr/>
          </p:nvSpPr>
          <p:spPr>
            <a:xfrm>
              <a:off x="2355850" y="2550475"/>
              <a:ext cx="316861" cy="317716"/>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900"/>
                <a:buFont typeface="Arial"/>
                <a:buNone/>
              </a:pPr>
              <a:endParaRPr sz="1900" b="0" i="0" u="none" strike="noStrike" cap="none">
                <a:solidFill>
                  <a:schemeClr val="lt1"/>
                </a:solidFill>
                <a:latin typeface="Arial"/>
                <a:ea typeface="Arial"/>
                <a:cs typeface="Arial"/>
                <a:sym typeface="Arial"/>
              </a:endParaRPr>
            </a:p>
          </p:txBody>
        </p:sp>
        <p:sp>
          <p:nvSpPr>
            <p:cNvPr id="160" name="Google Shape;160;p9"/>
            <p:cNvSpPr/>
            <p:nvPr/>
          </p:nvSpPr>
          <p:spPr>
            <a:xfrm>
              <a:off x="2996406" y="2068777"/>
              <a:ext cx="2135187" cy="1281112"/>
            </a:xfrm>
            <a:prstGeom prst="roundRect">
              <a:avLst>
                <a:gd name="adj" fmla="val 10000"/>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9"/>
            <p:cNvSpPr txBox="1"/>
            <p:nvPr/>
          </p:nvSpPr>
          <p:spPr>
            <a:xfrm>
              <a:off x="3033928" y="2106299"/>
              <a:ext cx="2060143" cy="1206068"/>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0" i="0" u="none" strike="noStrike" cap="none">
                  <a:solidFill>
                    <a:schemeClr val="lt1"/>
                  </a:solidFill>
                  <a:latin typeface="Arial"/>
                  <a:ea typeface="Arial"/>
                  <a:cs typeface="Arial"/>
                  <a:sym typeface="Arial"/>
                </a:rPr>
                <a:t>Behavior</a:t>
              </a:r>
              <a:endParaRPr/>
            </a:p>
            <a:p>
              <a:pPr marL="171450" marR="0" lvl="1" indent="-171450" algn="l" rtl="0">
                <a:lnSpc>
                  <a:spcPct val="90000"/>
                </a:lnSpc>
                <a:spcBef>
                  <a:spcPts val="840"/>
                </a:spcBef>
                <a:spcAft>
                  <a:spcPts val="0"/>
                </a:spcAft>
                <a:buClr>
                  <a:schemeClr val="lt1"/>
                </a:buClr>
                <a:buSzPts val="1900"/>
                <a:buFont typeface="Arial"/>
                <a:buChar char="•"/>
              </a:pPr>
              <a:r>
                <a:rPr lang="en-US" sz="1900" b="0" i="0" u="none" strike="noStrike" cap="none">
                  <a:solidFill>
                    <a:schemeClr val="lt1"/>
                  </a:solidFill>
                  <a:latin typeface="Arial"/>
                  <a:ea typeface="Arial"/>
                  <a:cs typeface="Arial"/>
                  <a:sym typeface="Arial"/>
                </a:rPr>
                <a:t>the observable action</a:t>
              </a:r>
              <a:endParaRPr/>
            </a:p>
          </p:txBody>
        </p:sp>
        <p:sp>
          <p:nvSpPr>
            <p:cNvPr id="162" name="Google Shape;162;p9"/>
            <p:cNvSpPr/>
            <p:nvPr/>
          </p:nvSpPr>
          <p:spPr>
            <a:xfrm>
              <a:off x="5345112" y="2444570"/>
              <a:ext cx="452659" cy="529526"/>
            </a:xfrm>
            <a:prstGeom prst="rightArrow">
              <a:avLst>
                <a:gd name="adj1" fmla="val 60000"/>
                <a:gd name="adj2" fmla="val 50000"/>
              </a:avLst>
            </a:prstGeom>
            <a:solidFill>
              <a:srgbClr val="F3CB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9"/>
            <p:cNvSpPr txBox="1"/>
            <p:nvPr/>
          </p:nvSpPr>
          <p:spPr>
            <a:xfrm>
              <a:off x="5345112" y="2550475"/>
              <a:ext cx="316861" cy="317716"/>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900"/>
                <a:buFont typeface="Arial"/>
                <a:buNone/>
              </a:pPr>
              <a:endParaRPr sz="1900" b="0" i="0" u="none" strike="noStrike" cap="none">
                <a:solidFill>
                  <a:schemeClr val="lt1"/>
                </a:solidFill>
                <a:latin typeface="Arial"/>
                <a:ea typeface="Arial"/>
                <a:cs typeface="Arial"/>
                <a:sym typeface="Arial"/>
              </a:endParaRPr>
            </a:p>
          </p:txBody>
        </p:sp>
        <p:sp>
          <p:nvSpPr>
            <p:cNvPr id="164" name="Google Shape;164;p9"/>
            <p:cNvSpPr/>
            <p:nvPr/>
          </p:nvSpPr>
          <p:spPr>
            <a:xfrm>
              <a:off x="5985668" y="2068777"/>
              <a:ext cx="2135187" cy="1281112"/>
            </a:xfrm>
            <a:prstGeom prst="roundRect">
              <a:avLst>
                <a:gd name="adj" fmla="val 10000"/>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9"/>
            <p:cNvSpPr txBox="1"/>
            <p:nvPr/>
          </p:nvSpPr>
          <p:spPr>
            <a:xfrm>
              <a:off x="6023192" y="2106301"/>
              <a:ext cx="2477100" cy="16962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0" i="0" u="none" strike="noStrike" cap="none">
                  <a:solidFill>
                    <a:schemeClr val="lt1"/>
                  </a:solidFill>
                  <a:latin typeface="Arial"/>
                  <a:ea typeface="Arial"/>
                  <a:cs typeface="Arial"/>
                  <a:sym typeface="Arial"/>
                </a:rPr>
                <a:t>Consequence</a:t>
              </a:r>
              <a:endParaRPr/>
            </a:p>
            <a:p>
              <a:pPr marL="171450" marR="0" lvl="1" indent="-171450" algn="l" rtl="0">
                <a:lnSpc>
                  <a:spcPct val="90000"/>
                </a:lnSpc>
                <a:spcBef>
                  <a:spcPts val="840"/>
                </a:spcBef>
                <a:spcAft>
                  <a:spcPts val="0"/>
                </a:spcAft>
                <a:buClr>
                  <a:schemeClr val="lt1"/>
                </a:buClr>
                <a:buSzPts val="1900"/>
                <a:buFont typeface="Arial"/>
                <a:buChar char="•"/>
              </a:pPr>
              <a:r>
                <a:rPr lang="en-US" sz="1900" b="0" i="0" u="none" strike="noStrike" cap="none">
                  <a:solidFill>
                    <a:schemeClr val="lt1"/>
                  </a:solidFill>
                  <a:latin typeface="Arial"/>
                  <a:ea typeface="Arial"/>
                  <a:cs typeface="Arial"/>
                  <a:sym typeface="Arial"/>
                </a:rPr>
                <a:t>what happens directly after</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0"/>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Why This Matters</a:t>
            </a:r>
            <a:endParaRPr/>
          </a:p>
        </p:txBody>
      </p:sp>
      <p:sp>
        <p:nvSpPr>
          <p:cNvPr id="171" name="Google Shape;171;p10"/>
          <p:cNvSpPr txBox="1">
            <a:spLocks noGrp="1"/>
          </p:cNvSpPr>
          <p:nvPr>
            <p:ph type="body" idx="1"/>
          </p:nvPr>
        </p:nvSpPr>
        <p:spPr>
          <a:xfrm>
            <a:off x="518160" y="2043594"/>
            <a:ext cx="11155680"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400"/>
              <a:buChar char="•"/>
            </a:pPr>
            <a:r>
              <a:rPr lang="en-US" sz="2400"/>
              <a:t>Interventions must match the function.</a:t>
            </a:r>
            <a:endParaRPr/>
          </a:p>
          <a:p>
            <a:pPr marL="228600" lvl="0" indent="-114300" algn="l" rtl="0">
              <a:lnSpc>
                <a:spcPct val="110000"/>
              </a:lnSpc>
              <a:spcBef>
                <a:spcPts val="1000"/>
              </a:spcBef>
              <a:spcAft>
                <a:spcPts val="0"/>
              </a:spcAft>
              <a:buClr>
                <a:schemeClr val="dk1"/>
              </a:buClr>
              <a:buSzPts val="1800"/>
              <a:buNone/>
            </a:pPr>
            <a:endParaRPr/>
          </a:p>
          <a:p>
            <a:pPr marL="0" lvl="0" indent="0" algn="l" rtl="0">
              <a:lnSpc>
                <a:spcPct val="110000"/>
              </a:lnSpc>
              <a:spcBef>
                <a:spcPts val="1000"/>
              </a:spcBef>
              <a:spcAft>
                <a:spcPts val="0"/>
              </a:spcAft>
              <a:buClr>
                <a:srgbClr val="FF9D77"/>
              </a:buClr>
              <a:buSzPts val="2800"/>
              <a:buNone/>
            </a:pPr>
            <a:r>
              <a:rPr lang="en-US" sz="2800">
                <a:solidFill>
                  <a:srgbClr val="FF9D77"/>
                </a:solidFill>
              </a:rPr>
              <a:t>Wrong guess </a:t>
            </a:r>
            <a:r>
              <a:rPr lang="en-US" sz="2800"/>
              <a:t>= ineffective response</a:t>
            </a:r>
            <a:endParaRPr/>
          </a:p>
          <a:p>
            <a:pPr marL="0" lvl="0" indent="0" algn="l" rtl="0">
              <a:lnSpc>
                <a:spcPct val="110000"/>
              </a:lnSpc>
              <a:spcBef>
                <a:spcPts val="1000"/>
              </a:spcBef>
              <a:spcAft>
                <a:spcPts val="0"/>
              </a:spcAft>
              <a:buClr>
                <a:schemeClr val="dk1"/>
              </a:buClr>
              <a:buSzPts val="2800"/>
              <a:buNone/>
            </a:pPr>
            <a:endParaRPr sz="2800"/>
          </a:p>
          <a:p>
            <a:pPr marL="0" lvl="0" indent="0" algn="l" rtl="0">
              <a:lnSpc>
                <a:spcPct val="110000"/>
              </a:lnSpc>
              <a:spcBef>
                <a:spcPts val="1000"/>
              </a:spcBef>
              <a:spcAft>
                <a:spcPts val="0"/>
              </a:spcAft>
              <a:buClr>
                <a:schemeClr val="accent6"/>
              </a:buClr>
              <a:buSzPts val="2800"/>
              <a:buNone/>
            </a:pPr>
            <a:r>
              <a:rPr lang="en-US" sz="2800">
                <a:solidFill>
                  <a:schemeClr val="accent6"/>
                </a:solidFill>
              </a:rPr>
              <a:t>Right guess </a:t>
            </a:r>
            <a:r>
              <a:rPr lang="en-US" sz="2800"/>
              <a:t>= behavior change and success!</a:t>
            </a:r>
            <a:endParaRPr/>
          </a:p>
          <a:p>
            <a:pPr marL="0" lvl="0" indent="0" algn="l" rtl="0">
              <a:lnSpc>
                <a:spcPct val="110000"/>
              </a:lnSpc>
              <a:spcBef>
                <a:spcPts val="1000"/>
              </a:spcBef>
              <a:spcAft>
                <a:spcPts val="0"/>
              </a:spcAft>
              <a:buClr>
                <a:schemeClr val="dk1"/>
              </a:buClr>
              <a:buSzPts val="1800"/>
              <a:buNone/>
            </a:pPr>
            <a:endParaRPr/>
          </a:p>
          <a:p>
            <a:pPr marL="0" lvl="0" indent="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1"/>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Quick Review</a:t>
            </a:r>
            <a:endParaRPr/>
          </a:p>
        </p:txBody>
      </p:sp>
      <p:sp>
        <p:nvSpPr>
          <p:cNvPr id="177" name="Google Shape;177;p11"/>
          <p:cNvSpPr txBox="1">
            <a:spLocks noGrp="1"/>
          </p:cNvSpPr>
          <p:nvPr>
            <p:ph type="body" idx="1"/>
          </p:nvPr>
        </p:nvSpPr>
        <p:spPr>
          <a:xfrm>
            <a:off x="518160" y="2043594"/>
            <a:ext cx="11155680"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a:t>Behavior always has a function.</a:t>
            </a:r>
            <a:endParaRPr/>
          </a:p>
          <a:p>
            <a:pPr marL="228600" lvl="0" indent="-228600" algn="l" rtl="0">
              <a:lnSpc>
                <a:spcPct val="110000"/>
              </a:lnSpc>
              <a:spcBef>
                <a:spcPts val="1000"/>
              </a:spcBef>
              <a:spcAft>
                <a:spcPts val="0"/>
              </a:spcAft>
              <a:buClr>
                <a:schemeClr val="dk1"/>
              </a:buClr>
              <a:buSzPts val="1800"/>
              <a:buChar char="•"/>
            </a:pPr>
            <a:r>
              <a:rPr lang="en-US"/>
              <a:t>The 4 functions are:</a:t>
            </a:r>
            <a:endParaRPr/>
          </a:p>
          <a:p>
            <a:pPr marL="685800" lvl="1" indent="-228600" algn="l" rtl="0">
              <a:lnSpc>
                <a:spcPct val="110000"/>
              </a:lnSpc>
              <a:spcBef>
                <a:spcPts val="500"/>
              </a:spcBef>
              <a:spcAft>
                <a:spcPts val="0"/>
              </a:spcAft>
              <a:buClr>
                <a:schemeClr val="dk1"/>
              </a:buClr>
              <a:buSzPts val="1600"/>
              <a:buChar char="•"/>
            </a:pPr>
            <a:r>
              <a:rPr lang="en-US"/>
              <a:t>A_______</a:t>
            </a:r>
            <a:endParaRPr/>
          </a:p>
          <a:p>
            <a:pPr marL="685800" lvl="1" indent="-228600" algn="l" rtl="0">
              <a:lnSpc>
                <a:spcPct val="110000"/>
              </a:lnSpc>
              <a:spcBef>
                <a:spcPts val="500"/>
              </a:spcBef>
              <a:spcAft>
                <a:spcPts val="0"/>
              </a:spcAft>
              <a:buClr>
                <a:schemeClr val="dk1"/>
              </a:buClr>
              <a:buSzPts val="1600"/>
              <a:buChar char="•"/>
            </a:pPr>
            <a:r>
              <a:rPr lang="en-US"/>
              <a:t>E_______</a:t>
            </a:r>
            <a:endParaRPr/>
          </a:p>
          <a:p>
            <a:pPr marL="685800" lvl="1" indent="-228600" algn="l" rtl="0">
              <a:lnSpc>
                <a:spcPct val="110000"/>
              </a:lnSpc>
              <a:spcBef>
                <a:spcPts val="500"/>
              </a:spcBef>
              <a:spcAft>
                <a:spcPts val="0"/>
              </a:spcAft>
              <a:buClr>
                <a:schemeClr val="dk1"/>
              </a:buClr>
              <a:buSzPts val="1600"/>
              <a:buChar char="•"/>
            </a:pPr>
            <a:r>
              <a:rPr lang="en-US"/>
              <a:t>A_______ to T_________</a:t>
            </a:r>
            <a:endParaRPr/>
          </a:p>
          <a:p>
            <a:pPr marL="685800" lvl="1" indent="-228600" algn="l" rtl="0">
              <a:lnSpc>
                <a:spcPct val="110000"/>
              </a:lnSpc>
              <a:spcBef>
                <a:spcPts val="500"/>
              </a:spcBef>
              <a:spcAft>
                <a:spcPts val="0"/>
              </a:spcAft>
              <a:buClr>
                <a:schemeClr val="dk1"/>
              </a:buClr>
              <a:buSzPts val="1600"/>
              <a:buChar char="•"/>
            </a:pPr>
            <a:r>
              <a:rPr lang="en-US"/>
              <a:t>A_______ / S________</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2"/>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Practice Activity! </a:t>
            </a:r>
            <a:endParaRPr/>
          </a:p>
        </p:txBody>
      </p:sp>
      <p:sp>
        <p:nvSpPr>
          <p:cNvPr id="183" name="Google Shape;183;p12"/>
          <p:cNvSpPr txBox="1">
            <a:spLocks noGrp="1"/>
          </p:cNvSpPr>
          <p:nvPr>
            <p:ph type="body" idx="1"/>
          </p:nvPr>
        </p:nvSpPr>
        <p:spPr>
          <a:xfrm>
            <a:off x="518160" y="2043594"/>
            <a:ext cx="11155800" cy="37674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1000"/>
              </a:spcBef>
              <a:spcAft>
                <a:spcPts val="0"/>
              </a:spcAft>
              <a:buNone/>
            </a:pPr>
            <a:r>
              <a:rPr lang="en-US" sz="3300">
                <a:solidFill>
                  <a:srgbClr val="FF9900"/>
                </a:solidFill>
              </a:rPr>
              <a:t>You are working with client, Weston. You tell Weston “It’s time to read”. Weston starts crying.</a:t>
            </a:r>
            <a:endParaRPr sz="3300">
              <a:solidFill>
                <a:srgbClr val="FF9900"/>
              </a:solidFill>
            </a:endParaRPr>
          </a:p>
          <a:p>
            <a:pPr marL="0" lvl="0" indent="0" algn="l" rtl="0">
              <a:lnSpc>
                <a:spcPct val="110000"/>
              </a:lnSpc>
              <a:spcBef>
                <a:spcPts val="1000"/>
              </a:spcBef>
              <a:spcAft>
                <a:spcPts val="0"/>
              </a:spcAft>
              <a:buNone/>
            </a:pPr>
            <a:endParaRPr/>
          </a:p>
          <a:p>
            <a:pPr marL="0" lvl="0" indent="0" algn="l" rtl="0">
              <a:lnSpc>
                <a:spcPct val="110000"/>
              </a:lnSpc>
              <a:spcBef>
                <a:spcPts val="1000"/>
              </a:spcBef>
              <a:spcAft>
                <a:spcPts val="0"/>
              </a:spcAft>
              <a:buNone/>
            </a:pPr>
            <a:r>
              <a:rPr lang="en-US"/>
              <a:t>What is the function / why might he be crying?</a:t>
            </a:r>
            <a:endParaRPr/>
          </a:p>
          <a:p>
            <a:pPr marL="0" lvl="0" indent="0" algn="l" rtl="0">
              <a:lnSpc>
                <a:spcPct val="110000"/>
              </a:lnSpc>
              <a:spcBef>
                <a:spcPts val="1000"/>
              </a:spcBef>
              <a:spcAft>
                <a:spcPts val="0"/>
              </a:spcAft>
              <a:buNone/>
            </a:pPr>
            <a:endParaRPr/>
          </a:p>
          <a:p>
            <a:pPr marL="0" lvl="0" indent="0" algn="l" rtl="0">
              <a:lnSpc>
                <a:spcPct val="110000"/>
              </a:lnSpc>
              <a:spcBef>
                <a:spcPts val="1000"/>
              </a:spcBef>
              <a:spcAft>
                <a:spcPts val="0"/>
              </a:spcAft>
              <a:buNone/>
            </a:pPr>
            <a:r>
              <a:rPr lang="en-US"/>
              <a:t>How should you respond to match the function?</a:t>
            </a:r>
            <a:endParaRPr/>
          </a:p>
          <a:p>
            <a:pPr marL="0" lvl="0" indent="0" algn="l" rtl="0">
              <a:lnSpc>
                <a:spcPct val="110000"/>
              </a:lnSpc>
              <a:spcBef>
                <a:spcPts val="1000"/>
              </a:spcBef>
              <a:spcAft>
                <a:spcPts val="0"/>
              </a:spcAft>
              <a:buClr>
                <a:schemeClr val="dk1"/>
              </a:buClr>
              <a:buSzPts val="1800"/>
              <a:buNone/>
            </a:pPr>
            <a:endParaRPr/>
          </a:p>
          <a:p>
            <a:pPr marL="0" lvl="0" indent="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g3d0ee5a7814_0_0"/>
          <p:cNvSpPr txBox="1">
            <a:spLocks noGrp="1"/>
          </p:cNvSpPr>
          <p:nvPr>
            <p:ph type="title"/>
          </p:nvPr>
        </p:nvSpPr>
        <p:spPr>
          <a:xfrm>
            <a:off x="521208" y="978408"/>
            <a:ext cx="11155800" cy="1463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Practice Activity! </a:t>
            </a:r>
            <a:endParaRPr/>
          </a:p>
        </p:txBody>
      </p:sp>
      <p:sp>
        <p:nvSpPr>
          <p:cNvPr id="189" name="Google Shape;189;g3d0ee5a7814_0_0"/>
          <p:cNvSpPr txBox="1">
            <a:spLocks noGrp="1"/>
          </p:cNvSpPr>
          <p:nvPr>
            <p:ph type="body" idx="1"/>
          </p:nvPr>
        </p:nvSpPr>
        <p:spPr>
          <a:xfrm>
            <a:off x="518160" y="2043594"/>
            <a:ext cx="11155800" cy="3767400"/>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lnSpc>
                <a:spcPct val="110000"/>
              </a:lnSpc>
              <a:spcBef>
                <a:spcPts val="1000"/>
              </a:spcBef>
              <a:spcAft>
                <a:spcPts val="0"/>
              </a:spcAft>
              <a:buNone/>
            </a:pPr>
            <a:r>
              <a:rPr lang="en-US" sz="3300">
                <a:solidFill>
                  <a:srgbClr val="FF9900"/>
                </a:solidFill>
              </a:rPr>
              <a:t>You are working with Sam. Her Mom is working on her computer on the other side of the room. During playtime, Sam throw toys at her Mom. Her Mom stops working and says “stop it, Sam!!”</a:t>
            </a:r>
            <a:endParaRPr sz="3300">
              <a:solidFill>
                <a:srgbClr val="FF9900"/>
              </a:solidFill>
            </a:endParaRPr>
          </a:p>
          <a:p>
            <a:pPr marL="0" lvl="0" indent="0" algn="l" rtl="0">
              <a:lnSpc>
                <a:spcPct val="110000"/>
              </a:lnSpc>
              <a:spcBef>
                <a:spcPts val="1000"/>
              </a:spcBef>
              <a:spcAft>
                <a:spcPts val="0"/>
              </a:spcAft>
              <a:buNone/>
            </a:pPr>
            <a:endParaRPr/>
          </a:p>
          <a:p>
            <a:pPr marL="0" lvl="0" indent="0" algn="l" rtl="0">
              <a:lnSpc>
                <a:spcPct val="110000"/>
              </a:lnSpc>
              <a:spcBef>
                <a:spcPts val="1000"/>
              </a:spcBef>
              <a:spcAft>
                <a:spcPts val="0"/>
              </a:spcAft>
              <a:buNone/>
            </a:pPr>
            <a:r>
              <a:rPr lang="en-US"/>
              <a:t>What is the function / why might he be crying?</a:t>
            </a:r>
            <a:endParaRPr/>
          </a:p>
          <a:p>
            <a:pPr marL="0" lvl="0" indent="0" algn="l" rtl="0">
              <a:lnSpc>
                <a:spcPct val="110000"/>
              </a:lnSpc>
              <a:spcBef>
                <a:spcPts val="1000"/>
              </a:spcBef>
              <a:spcAft>
                <a:spcPts val="0"/>
              </a:spcAft>
              <a:buNone/>
            </a:pPr>
            <a:endParaRPr/>
          </a:p>
          <a:p>
            <a:pPr marL="0" lvl="0" indent="0" algn="l" rtl="0">
              <a:lnSpc>
                <a:spcPct val="110000"/>
              </a:lnSpc>
              <a:spcBef>
                <a:spcPts val="1000"/>
              </a:spcBef>
              <a:spcAft>
                <a:spcPts val="0"/>
              </a:spcAft>
              <a:buNone/>
            </a:pPr>
            <a:r>
              <a:rPr lang="en-US"/>
              <a:t>How should you respond to match the function?</a:t>
            </a:r>
            <a:endParaRPr/>
          </a:p>
          <a:p>
            <a:pPr marL="0" lvl="0" indent="0" algn="l" rtl="0">
              <a:lnSpc>
                <a:spcPct val="110000"/>
              </a:lnSpc>
              <a:spcBef>
                <a:spcPts val="1000"/>
              </a:spcBef>
              <a:spcAft>
                <a:spcPts val="0"/>
              </a:spcAft>
              <a:buClr>
                <a:schemeClr val="dk1"/>
              </a:buClr>
              <a:buSzPct val="100000"/>
              <a:buNone/>
            </a:pPr>
            <a:endParaRPr/>
          </a:p>
          <a:p>
            <a:pPr marL="0" lvl="0" indent="0" algn="l" rtl="0">
              <a:lnSpc>
                <a:spcPct val="110000"/>
              </a:lnSpc>
              <a:spcBef>
                <a:spcPts val="1000"/>
              </a:spcBef>
              <a:spcAft>
                <a:spcPts val="0"/>
              </a:spcAft>
              <a:buClr>
                <a:schemeClr val="dk1"/>
              </a:buClr>
              <a:buSzPct val="100000"/>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3"/>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Questions &amp; Discussion</a:t>
            </a:r>
            <a:endParaRPr/>
          </a:p>
        </p:txBody>
      </p:sp>
      <p:sp>
        <p:nvSpPr>
          <p:cNvPr id="195" name="Google Shape;195;p13"/>
          <p:cNvSpPr txBox="1">
            <a:spLocks noGrp="1"/>
          </p:cNvSpPr>
          <p:nvPr>
            <p:ph type="body" idx="1"/>
          </p:nvPr>
        </p:nvSpPr>
        <p:spPr>
          <a:xfrm>
            <a:off x="518160" y="2043594"/>
            <a:ext cx="11155680" cy="3767328"/>
          </a:xfrm>
          <a:prstGeom prst="rect">
            <a:avLst/>
          </a:prstGeom>
          <a:noFill/>
          <a:ln>
            <a:noFill/>
          </a:ln>
        </p:spPr>
        <p:txBody>
          <a:bodyPr spcFirstLastPara="1" wrap="square" lIns="91425" tIns="45700" rIns="91425" bIns="45700" anchor="t" anchorCtr="0">
            <a:normAutofit/>
          </a:bodyPr>
          <a:lstStyle/>
          <a:p>
            <a:pPr marL="228600" lvl="0" indent="-254000" algn="l" rtl="0">
              <a:lnSpc>
                <a:spcPct val="110000"/>
              </a:lnSpc>
              <a:spcBef>
                <a:spcPts val="0"/>
              </a:spcBef>
              <a:spcAft>
                <a:spcPts val="0"/>
              </a:spcAft>
              <a:buClr>
                <a:schemeClr val="dk1"/>
              </a:buClr>
              <a:buSzPts val="4000"/>
              <a:buChar char="•"/>
            </a:pPr>
            <a:r>
              <a:rPr lang="en-US" sz="4000"/>
              <a:t>Any questions?</a:t>
            </a:r>
            <a:endParaRPr/>
          </a:p>
          <a:p>
            <a:pPr marL="228600" lvl="0" indent="-254000" algn="l" rtl="0">
              <a:lnSpc>
                <a:spcPct val="110000"/>
              </a:lnSpc>
              <a:spcBef>
                <a:spcPts val="1000"/>
              </a:spcBef>
              <a:spcAft>
                <a:spcPts val="0"/>
              </a:spcAft>
              <a:buClr>
                <a:schemeClr val="dk1"/>
              </a:buClr>
              <a:buSzPts val="4000"/>
              <a:buChar char="•"/>
            </a:pPr>
            <a:r>
              <a:rPr lang="en-US" sz="4000"/>
              <a:t>Real-life examples of your client’s behavior?</a:t>
            </a:r>
            <a:endParaRPr/>
          </a:p>
          <a:p>
            <a:pPr marL="0" lvl="0" indent="0" algn="l" rtl="0">
              <a:lnSpc>
                <a:spcPct val="110000"/>
              </a:lnSpc>
              <a:spcBef>
                <a:spcPts val="1000"/>
              </a:spcBef>
              <a:spcAft>
                <a:spcPts val="0"/>
              </a:spcAft>
              <a:buClr>
                <a:schemeClr val="dk1"/>
              </a:buClr>
              <a:buSzPts val="1800"/>
              <a:buNone/>
            </a:pPr>
            <a:endParaRPr/>
          </a:p>
          <a:p>
            <a:pPr marL="0" lvl="0" indent="0" algn="l" rtl="0">
              <a:lnSpc>
                <a:spcPct val="110000"/>
              </a:lnSpc>
              <a:spcBef>
                <a:spcPts val="1000"/>
              </a:spcBef>
              <a:spcAft>
                <a:spcPts val="0"/>
              </a:spcAft>
              <a:buClr>
                <a:schemeClr val="dk1"/>
              </a:buClr>
              <a:buSzPts val="1800"/>
              <a:buNone/>
            </a:pPr>
            <a:endParaRPr/>
          </a:p>
        </p:txBody>
      </p:sp>
    </p:spTree>
  </p:cSld>
  <p:clrMapOvr>
    <a:masterClrMapping/>
  </p:clrMapOvr>
</p:sld>
</file>

<file path=ppt/theme/theme1.xml><?xml version="1.0" encoding="utf-8"?>
<a:theme xmlns:a="http://schemas.openxmlformats.org/drawingml/2006/main" name="GestaltVTI">
  <a:themeElements>
    <a:clrScheme name="Gestalt">
      <a:dk1>
        <a:srgbClr val="000000"/>
      </a:dk1>
      <a:lt1>
        <a:srgbClr val="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481</Words>
  <Application>Microsoft Office PowerPoint</Application>
  <PresentationFormat>Widescreen</PresentationFormat>
  <Paragraphs>94</Paragraphs>
  <Slides>14</Slides>
  <Notes>14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GestaltVTI</vt:lpstr>
      <vt:lpstr>Functions of Behavior</vt:lpstr>
      <vt:lpstr>Why Understanding Behavior Matters</vt:lpstr>
      <vt:lpstr>What is a Function of Behavior?</vt:lpstr>
      <vt:lpstr>The 4 Main Functions of Behavior</vt:lpstr>
      <vt:lpstr>Behavior for Attention</vt:lpstr>
      <vt:lpstr>Escape/Avoidance</vt:lpstr>
      <vt:lpstr>Access to Tangibles</vt:lpstr>
      <vt:lpstr>Automatic/Sensory</vt:lpstr>
      <vt:lpstr>Identifying the Function</vt:lpstr>
      <vt:lpstr>Why This Matters</vt:lpstr>
      <vt:lpstr>Quick Review</vt:lpstr>
      <vt:lpstr>Practice Activity! </vt:lpstr>
      <vt:lpstr>Practice Activity! </vt:lpstr>
      <vt:lpstr>Questions &amp; 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Emma Rork</dc:creator>
  <cp:lastModifiedBy>Emma Rork</cp:lastModifiedBy>
  <cp:revision>1</cp:revision>
  <dcterms:created xsi:type="dcterms:W3CDTF">2025-04-09T15:11:14Z</dcterms:created>
  <dcterms:modified xsi:type="dcterms:W3CDTF">2026-03-18T18:01:31Z</dcterms:modified>
</cp:coreProperties>
</file>