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ABA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502920" y="2176272"/>
            <a:ext cx="3218688" cy="502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0428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8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COACH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RBT training built for the way your team actually works.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160520"/>
            <a:ext cx="1783080" cy="384048"/>
          </a:xfrm>
          <a:prstGeom prst="roundRect">
            <a:avLst>
              <a:gd name="adj" fmla="val 23810"/>
            </a:avLst>
          </a:prstGeom>
          <a:solidFill>
            <a:srgbClr val="2DD4BF">
              <a:alpha val="2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160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new BTs is broken.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5176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1719072"/>
            <a:ext cx="676656" cy="676656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7190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194560" cy="9144"/>
          </a:xfrm>
          <a:prstGeom prst="rect">
            <a:avLst/>
          </a:prstGeom>
          <a:solidFill>
            <a:srgbClr val="D8E9F4"/>
          </a:solidFill>
          <a:ln w="12700">
            <a:solidFill>
              <a:srgbClr val="D8E9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6060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Training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" y="309067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learn differently clinic to clinic. No standard, trackable study tool exists for the RBT exam.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72968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508760"/>
            <a:ext cx="265176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719072"/>
            <a:ext cx="676656" cy="676656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7190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01568" y="2514600"/>
            <a:ext cx="2194560" cy="9144"/>
          </a:xfrm>
          <a:prstGeom prst="rect">
            <a:avLst/>
          </a:prstGeom>
          <a:solidFill>
            <a:srgbClr val="D8E9F4"/>
          </a:solidFill>
          <a:ln w="12700">
            <a:solidFill>
              <a:srgbClr val="D8E9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6060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Time Drain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74136" y="309067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spend hours on basic questions a well-built training tool could handle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25896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508760"/>
            <a:ext cx="265176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13448" y="1719072"/>
            <a:ext cx="676656" cy="676656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17190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54496" y="2514600"/>
            <a:ext cx="2194560" cy="9144"/>
          </a:xfrm>
          <a:prstGeom prst="rect">
            <a:avLst/>
          </a:prstGeom>
          <a:solidFill>
            <a:srgbClr val="D8E9F4"/>
          </a:solidFill>
          <a:ln w="12700">
            <a:solidFill>
              <a:srgbClr val="D8E9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26060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Alternatives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27064" y="309067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platforms charge per user and aren't customized to how your clinic operates.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ABA Pro Coach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training app built specifically for Behavior Technicians — covering every topic on the RBT exam, accessible on any phone, no extra hardware needed.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752344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334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across all 7 RBT exam topics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72968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540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with instant explanations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93592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747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ABA glossary — 110+ terms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14216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953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helper for live trials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3159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&amp; achievement badges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457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548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smartphone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10789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 required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17007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63640" y="1792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BT, for BTs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23225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63640" y="2414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progress saved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0" y="29443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63640" y="3035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 — feels like a native app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a BT needs to study, prep, and perform.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5727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179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8408" y="1517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cards across 7 RBT exam topics with spaced repetition study mode.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137160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371600"/>
            <a:ext cx="54864" cy="15727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517904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5179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31336" y="1517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9385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questions with instant explanations and per-topic score tracking.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25896" y="137160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1371600"/>
            <a:ext cx="54864" cy="15727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517904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5179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84264" y="1517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776" y="19385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110+ ABA terms with definitions, A–Z filter, and live search.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127248"/>
            <a:ext cx="54864" cy="15727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273552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73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" y="32735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Helper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369417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trial runner for DTT programs with field size controls.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172968" y="312724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3127248"/>
            <a:ext cx="54864" cy="15727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3273552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273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31336" y="32735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55848" y="369417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streak, mastery %, quiz history, and earned achievement badges.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25896" y="312724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25896" y="3127248"/>
            <a:ext cx="54864" cy="15727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08776" y="3273552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32735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84264" y="32735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08776" y="369417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role &amp; org tracking, editable profile per BT.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from the inside out.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wasn't built by a software company guessing at what BTs need. It was built by someone doing the work — someone who knows the RBT exam, real sessions with kids, and how training actually happens at a clinic.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88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flashcard and quiz question maps directly to the BACB RBT Task List.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55264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23697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mobile-first — BTs use their phones, not laptops.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803904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7856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training in-house and consistent across every new hire.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352544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3342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accounts per BT — progress is tracked individually.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Simple, fair, and built to scale with your team.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/user/month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2194560" cy="9144"/>
          </a:xfrm>
          <a:prstGeom prst="rect">
            <a:avLst/>
          </a:prstGeom>
          <a:solidFill>
            <a:srgbClr val="D8E9F4"/>
          </a:solidFill>
          <a:ln w="12700">
            <a:solidFill>
              <a:srgbClr val="D8E9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63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 BT on your team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access to all features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8313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Cancel anytime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2153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 BTs = $200/mo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72968" y="1353312"/>
            <a:ext cx="2651760" cy="33832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353312"/>
            <a:ext cx="26517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11887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11887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508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9019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3310128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/user/month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2944368"/>
            <a:ext cx="2194560" cy="9144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063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20% savings vs monthly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55848" y="34472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access to all features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55848" y="38313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Priority support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55848" y="42153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 BTs = $1,920/yr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25896" y="1353312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63056" y="1508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License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3056" y="19019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$4,000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163056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54496" y="2944368"/>
            <a:ext cx="2194560" cy="9144"/>
          </a:xfrm>
          <a:prstGeom prst="rect">
            <a:avLst/>
          </a:prstGeom>
          <a:solidFill>
            <a:srgbClr val="D8E9F4"/>
          </a:solidFill>
          <a:ln w="12700">
            <a:solidFill>
              <a:srgbClr val="D8E9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3063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Unlimited users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08776" y="34472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source code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08776" y="38313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branding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08776" y="42153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+$300/mo support (opt.)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costs vs. what it saves.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265176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 fees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developer costs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135331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353312"/>
            <a:ext cx="265176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463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4408" y="22128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RBT exam topics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covered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25896" y="135331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353312"/>
            <a:ext cx="265176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463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250+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117336" y="22128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(cards, questions, terms)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8503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99232"/>
            <a:ext cx="850392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9923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41448" y="299923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Pro Coach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62856" y="299923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RBT Platform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4264" y="299923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Training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01568"/>
            <a:ext cx="8503920" cy="420624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40156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41448" y="340156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62856" y="340156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84264" y="340156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822192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2219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Clinic-specific content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41448" y="382219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62856" y="382219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84264" y="382219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242816"/>
            <a:ext cx="8503920" cy="420624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2428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cost (20 BTs)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41448" y="42428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~$200/mo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62856" y="42428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$400–$800/mo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84264" y="42428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steps to live in your clinic.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71800" y="1399032"/>
            <a:ext cx="201168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81328"/>
            <a:ext cx="265176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07592" y="1078992"/>
            <a:ext cx="685800" cy="6858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0789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your team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450592"/>
            <a:ext cx="1645920" cy="9144"/>
          </a:xfrm>
          <a:prstGeom prst="rect">
            <a:avLst/>
          </a:prstGeom>
          <a:solidFill>
            <a:srgbClr val="D8E9F4"/>
          </a:solidFill>
          <a:ln w="12700">
            <a:solidFill>
              <a:srgbClr val="D8E9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42032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a 2–4 week beta with your current BTs. They use the app daily, take quizzes, and give feedback. No commitment needed.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24728" y="1399032"/>
            <a:ext cx="201168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1481328"/>
            <a:ext cx="265176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1078992"/>
            <a:ext cx="685800" cy="6858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0789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55848" y="19659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results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75888" y="2450592"/>
            <a:ext cx="1645920" cy="9144"/>
          </a:xfrm>
          <a:prstGeom prst="rect">
            <a:avLst/>
          </a:prstGeom>
          <a:solidFill>
            <a:srgbClr val="D8E9F4"/>
          </a:solidFill>
          <a:ln w="12700">
            <a:solidFill>
              <a:srgbClr val="D8E9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542032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pilot, you'll see exactly how your team performed — quiz scores by topic, streak data, mastery levels.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25896" y="1481328"/>
            <a:ext cx="265176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13448" y="1078992"/>
            <a:ext cx="685800" cy="6858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10789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08776" y="19659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clinic-wide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28816" y="2450592"/>
            <a:ext cx="1645920" cy="9144"/>
          </a:xfrm>
          <a:prstGeom prst="rect">
            <a:avLst/>
          </a:prstGeom>
          <a:solidFill>
            <a:srgbClr val="D8E9F4"/>
          </a:solidFill>
          <a:ln w="12700">
            <a:solidFill>
              <a:srgbClr val="D8E9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2542032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 plan, add all BTs to the platform, and make ABA Pro Coach part of your onboarding from day one.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DD4BF">
              <a:alpha val="8000"/>
            </a:srgbClr>
          </a:solidFill>
          <a:ln w="12700">
            <a:solidFill>
              <a:srgbClr val="2DD4B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pilot this together.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already building this for BTs like the ones on your team.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it work for your clinic.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560320" cy="594360"/>
          </a:xfrm>
          <a:prstGeom prst="roundRect">
            <a:avLst>
              <a:gd name="adj" fmla="val 1846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Conversation 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461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>
                    <a:alpha val="82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ABA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943600" y="3977640"/>
            <a:ext cx="2788920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0416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5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COACH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 Pro Coach — Pitch Deck</dc:title>
  <dc:subject>PptxGenJS Presentation</dc:subject>
  <dc:creator>Kat</dc:creator>
  <cp:lastModifiedBy>Kat</cp:lastModifiedBy>
  <cp:revision>1</cp:revision>
  <dcterms:created xsi:type="dcterms:W3CDTF">2026-04-07T19:27:20Z</dcterms:created>
  <dcterms:modified xsi:type="dcterms:W3CDTF">2026-04-07T19:27:20Z</dcterms:modified>
</cp:coreProperties>
</file>